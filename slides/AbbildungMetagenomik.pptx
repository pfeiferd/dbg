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0855B-6450-45A6-188B-51954F262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4E07FF8-43D6-AEC2-45C8-EE3CDD9E9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8AEF19-5749-F54C-EB76-44E6A3731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1AF0-8F6B-8549-A2C9-E69F62AA40FD}" type="datetimeFigureOut">
              <a:rPr lang="de-DE" smtClean="0"/>
              <a:t>13.02.23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DF4F31-BFDC-F3AC-595F-4E5FF4F39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445926-8ACF-7FD0-5234-53EB61CB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CE5C-FDDC-4641-844C-F7378E0959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2008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D287D-A7CB-BB2D-E7B9-4DF077DD5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AA9DF1-0F16-4CDA-718A-4B30960AF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7B7AAE-2BA6-0ED1-AE73-A7EFE6D83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1AF0-8F6B-8549-A2C9-E69F62AA40FD}" type="datetimeFigureOut">
              <a:rPr lang="de-DE" smtClean="0"/>
              <a:t>13.02.23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606F30-652F-C205-CBD0-818D6AA9D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8CEC45-C924-322F-A025-6AA52C47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CE5C-FDDC-4641-844C-F7378E0959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9271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6BB170-0889-7C12-7DEE-ED7A574F1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4FCB09-A661-DB68-52E6-C64140EDE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D6CB8F-3AAE-CDA7-BB1B-9F65F9B3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1AF0-8F6B-8549-A2C9-E69F62AA40FD}" type="datetimeFigureOut">
              <a:rPr lang="de-DE" smtClean="0"/>
              <a:t>13.02.23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5D4B19-D2C3-3AA9-6B5F-96486264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77426F-E9D8-CF71-2FA6-3D391207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CE5C-FDDC-4641-844C-F7378E0959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05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A7D45-C565-B963-45E3-93E5D98B7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450205-50D9-6A25-2D05-491E3F80E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31A5C63-61C8-7EB8-7815-3372B9BC3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1B429C-DD97-3905-8F89-59F16EE62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1AF0-8F6B-8549-A2C9-E69F62AA40FD}" type="datetimeFigureOut">
              <a:rPr lang="de-DE" smtClean="0"/>
              <a:t>13.02.23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03DE1E-8D7F-444B-242D-F76CD973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3AEEA5-07B4-4052-5CE4-0EBE203C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CE5C-FDDC-4641-844C-F7378E0959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45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3A4BF2-0805-7F9F-E500-D1EB0D719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F55FF4-C396-6558-1F8A-29F2EC96F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D1064E0-B642-76F4-0698-82A07AF08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0CCA212-81FC-CE7D-14BF-56F25FC81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5A20374-4503-D5DE-9682-09C5B2AC9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54946B6-3A05-4711-F160-8B482C87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1AF0-8F6B-8549-A2C9-E69F62AA40FD}" type="datetimeFigureOut">
              <a:rPr lang="de-DE" smtClean="0"/>
              <a:t>13.02.23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65797C-E560-D8E2-D983-BE9696C3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B5372BE-878F-AD0E-AD0C-E743A6B4A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CE5C-FDDC-4641-844C-F7378E0959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3286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AF572-5E42-B191-63E8-C6192A446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A160F69-CE8A-189D-2305-B742E997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1AF0-8F6B-8549-A2C9-E69F62AA40FD}" type="datetimeFigureOut">
              <a:rPr lang="de-DE" smtClean="0"/>
              <a:t>13.02.23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8FAB97-53CE-27D9-FDAF-9CCA81BF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94FA23-F732-ADA8-6979-9EEB980D6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CE5C-FDDC-4641-844C-F7378E0959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6986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AE36595-2F79-631C-77DD-344C3E8CA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1AF0-8F6B-8549-A2C9-E69F62AA40FD}" type="datetimeFigureOut">
              <a:rPr lang="de-DE" smtClean="0"/>
              <a:t>13.02.23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EF610AF-81FB-A4EB-9FD0-09919D8A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3A753C-C825-87FE-4924-4B1559417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CE5C-FDDC-4641-844C-F7378E0959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6458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93FEDE-5E8D-0198-9EBC-23147889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A091B6-3A96-FDBE-1B99-79CDF6858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AAC6B9-8E10-F096-6229-855DED5B8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4F2A02-7231-A6D0-DB50-664210C78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1AF0-8F6B-8549-A2C9-E69F62AA40FD}" type="datetimeFigureOut">
              <a:rPr lang="de-DE" smtClean="0"/>
              <a:t>13.02.23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CED38E-4884-6869-F8DC-9E2B70E0A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18547F-7E7A-54AE-A149-8A1C8FA8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CE5C-FDDC-4641-844C-F7378E0959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5074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718AE4-A61C-4E00-4460-E00C1EDE0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3CFA154-B74D-8129-98F0-09D81B29A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C0F7EC0-995C-5390-ECB3-AA9D4B134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0ADF05-15CB-B8D6-773B-BCAB95B8C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1AF0-8F6B-8549-A2C9-E69F62AA40FD}" type="datetimeFigureOut">
              <a:rPr lang="de-DE" smtClean="0"/>
              <a:t>13.02.23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9A806DC-353E-C4D0-121F-90A963E4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7B626B-9177-24B1-F2A8-DC655DBE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CE5C-FDDC-4641-844C-F7378E0959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0475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F9AC36-4FF0-6745-FD5B-7492E0B91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664A7F1-44C4-0987-905E-B8498177A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2AAD94-8C37-A41B-1FC0-E05F63CBB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1AF0-8F6B-8549-A2C9-E69F62AA40FD}" type="datetimeFigureOut">
              <a:rPr lang="de-DE" smtClean="0"/>
              <a:t>13.02.23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58C574-16DF-756B-578D-223D4D53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4602F6-86D7-A677-C135-90498F99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CE5C-FDDC-4641-844C-F7378E0959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202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D4B5A6D-C693-FD7B-9DE1-ACF0636E99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95DDFF-E425-7AF7-992D-3702DEA65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28E910-EF52-7627-696B-F7D620F06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1AF0-8F6B-8549-A2C9-E69F62AA40FD}" type="datetimeFigureOut">
              <a:rPr lang="de-DE" smtClean="0"/>
              <a:t>13.02.23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E56F96-9C6D-633B-7519-F7F4D3A86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28992D-B200-F353-04BE-90D15318D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7CE5C-FDDC-4641-844C-F7378E0959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8053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0F6CC60-C07B-1155-6CC1-37BA7D106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E85918-FE89-6809-66A5-E5DCCAE35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DF9B77-2DD3-D7CB-653B-1EE467FA9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81AF0-8F6B-8549-A2C9-E69F62AA40FD}" type="datetimeFigureOut">
              <a:rPr lang="de-DE" smtClean="0"/>
              <a:t>13.02.23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03E407-09B0-74F4-4F10-919213BD7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A7E8EB-8F21-8477-B308-EC568AF2B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7CE5C-FDDC-4641-844C-F7378E0959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302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68593024-FDC3-F9BB-97B7-86FDBE18B835}"/>
              </a:ext>
            </a:extLst>
          </p:cNvPr>
          <p:cNvCxnSpPr>
            <a:cxnSpLocks/>
          </p:cNvCxnSpPr>
          <p:nvPr/>
        </p:nvCxnSpPr>
        <p:spPr>
          <a:xfrm>
            <a:off x="2651546" y="1742302"/>
            <a:ext cx="1579606" cy="0"/>
          </a:xfrm>
          <a:prstGeom prst="straightConnector1">
            <a:avLst/>
          </a:prstGeom>
          <a:ln w="152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C717344D-AD4D-79ED-34AD-6EFA59B107DC}"/>
              </a:ext>
            </a:extLst>
          </p:cNvPr>
          <p:cNvCxnSpPr>
            <a:cxnSpLocks/>
          </p:cNvCxnSpPr>
          <p:nvPr/>
        </p:nvCxnSpPr>
        <p:spPr>
          <a:xfrm>
            <a:off x="8602357" y="1736124"/>
            <a:ext cx="1579606" cy="0"/>
          </a:xfrm>
          <a:prstGeom prst="straightConnector1">
            <a:avLst/>
          </a:prstGeom>
          <a:ln w="152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 descr="Nadel mit einfarbiger Füllung">
            <a:extLst>
              <a:ext uri="{FF2B5EF4-FFF2-40B4-BE49-F238E27FC236}">
                <a16:creationId xmlns:a16="http://schemas.microsoft.com/office/drawing/2014/main" id="{7C45D136-324E-1E83-456B-323546549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0202" y="1278924"/>
            <a:ext cx="914400" cy="914400"/>
          </a:xfrm>
          <a:prstGeom prst="rect">
            <a:avLst/>
          </a:prstGeom>
        </p:spPr>
      </p:pic>
      <p:pic>
        <p:nvPicPr>
          <p:cNvPr id="11" name="Grafik 10" descr="Reagenzgläser mit einfarbiger Füllung">
            <a:extLst>
              <a:ext uri="{FF2B5EF4-FFF2-40B4-BE49-F238E27FC236}">
                <a16:creationId xmlns:a16="http://schemas.microsoft.com/office/drawing/2014/main" id="{3391C3D7-F86B-45F3-9AE1-F8C5469D31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5626" y="1278924"/>
            <a:ext cx="914400" cy="914400"/>
          </a:xfrm>
          <a:prstGeom prst="rect">
            <a:avLst/>
          </a:prstGeom>
        </p:spPr>
      </p:pic>
      <p:pic>
        <p:nvPicPr>
          <p:cNvPr id="13" name="Grafik 12" descr="Computer mit einfarbiger Füllung">
            <a:extLst>
              <a:ext uri="{FF2B5EF4-FFF2-40B4-BE49-F238E27FC236}">
                <a16:creationId xmlns:a16="http://schemas.microsoft.com/office/drawing/2014/main" id="{57DC25C6-2F4B-B199-7962-F1D8F05E63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9831" y="1279955"/>
            <a:ext cx="914400" cy="914400"/>
          </a:xfrm>
          <a:prstGeom prst="rect">
            <a:avLst/>
          </a:prstGeom>
        </p:spPr>
      </p:pic>
      <p:pic>
        <p:nvPicPr>
          <p:cNvPr id="15" name="Grafik 14" descr="Mikroskop mit einfarbiger Füllung">
            <a:extLst>
              <a:ext uri="{FF2B5EF4-FFF2-40B4-BE49-F238E27FC236}">
                <a16:creationId xmlns:a16="http://schemas.microsoft.com/office/drawing/2014/main" id="{B2D2774D-A8A8-FF40-8D45-F9C9D5487C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66761" y="1278924"/>
            <a:ext cx="914400" cy="914400"/>
          </a:xfrm>
          <a:prstGeom prst="rect">
            <a:avLst/>
          </a:prstGeom>
        </p:spPr>
      </p:pic>
      <p:pic>
        <p:nvPicPr>
          <p:cNvPr id="19" name="Grafik 18" descr="Stethoskop mit einfarbiger Füllung">
            <a:extLst>
              <a:ext uri="{FF2B5EF4-FFF2-40B4-BE49-F238E27FC236}">
                <a16:creationId xmlns:a16="http://schemas.microsoft.com/office/drawing/2014/main" id="{186F7B61-A367-D887-E23F-3EDF2A68FA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9217" y="1285102"/>
            <a:ext cx="914400" cy="914400"/>
          </a:xfrm>
          <a:prstGeom prst="rect">
            <a:avLst/>
          </a:prstGeom>
        </p:spPr>
      </p:pic>
      <p:pic>
        <p:nvPicPr>
          <p:cNvPr id="21" name="Grafik 20" descr="Person mit Idee mit einfarbiger Füllung">
            <a:extLst>
              <a:ext uri="{FF2B5EF4-FFF2-40B4-BE49-F238E27FC236}">
                <a16:creationId xmlns:a16="http://schemas.microsoft.com/office/drawing/2014/main" id="{039BE189-D29D-E4C2-5C99-C2B35E8B513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81963" y="1266567"/>
            <a:ext cx="914400" cy="914400"/>
          </a:xfrm>
          <a:prstGeom prst="rect">
            <a:avLst/>
          </a:prstGeom>
        </p:spPr>
      </p:pic>
      <p:pic>
        <p:nvPicPr>
          <p:cNvPr id="23" name="Grafik 22" descr="Benutzer mit einfarbiger Füllung">
            <a:extLst>
              <a:ext uri="{FF2B5EF4-FFF2-40B4-BE49-F238E27FC236}">
                <a16:creationId xmlns:a16="http://schemas.microsoft.com/office/drawing/2014/main" id="{A48851F9-703A-2A33-0F0B-34C8391787B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6714" y="1266567"/>
            <a:ext cx="914400" cy="914400"/>
          </a:xfrm>
          <a:prstGeom prst="rect">
            <a:avLst/>
          </a:prstGeom>
        </p:spPr>
      </p:pic>
      <p:pic>
        <p:nvPicPr>
          <p:cNvPr id="27" name="Grafik 26" descr="Tageskalender mit einfarbiger Füllung">
            <a:extLst>
              <a:ext uri="{FF2B5EF4-FFF2-40B4-BE49-F238E27FC236}">
                <a16:creationId xmlns:a16="http://schemas.microsoft.com/office/drawing/2014/main" id="{069D9787-7845-8AD2-BC8D-12461901B5C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01098" y="1254211"/>
            <a:ext cx="914400" cy="914400"/>
          </a:xfrm>
          <a:prstGeom prst="rect">
            <a:avLst/>
          </a:prstGeom>
        </p:spPr>
      </p:pic>
      <p:pic>
        <p:nvPicPr>
          <p:cNvPr id="9" name="Grafik 8" descr="Umschlag mit einfarbiger Füllung">
            <a:extLst>
              <a:ext uri="{FF2B5EF4-FFF2-40B4-BE49-F238E27FC236}">
                <a16:creationId xmlns:a16="http://schemas.microsoft.com/office/drawing/2014/main" id="{B4638E46-8EAE-BE00-3FA4-CD73890846A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853372" y="1278924"/>
            <a:ext cx="914400" cy="914400"/>
          </a:xfrm>
          <a:prstGeom prst="rect">
            <a:avLst/>
          </a:prstGeom>
        </p:spPr>
      </p:pic>
      <p:sp>
        <p:nvSpPr>
          <p:cNvPr id="71" name="Oval 70">
            <a:extLst>
              <a:ext uri="{FF2B5EF4-FFF2-40B4-BE49-F238E27FC236}">
                <a16:creationId xmlns:a16="http://schemas.microsoft.com/office/drawing/2014/main" id="{623959B3-3963-745C-64B7-57C34F6CF10F}"/>
              </a:ext>
            </a:extLst>
          </p:cNvPr>
          <p:cNvSpPr/>
          <p:nvPr/>
        </p:nvSpPr>
        <p:spPr>
          <a:xfrm>
            <a:off x="1198507" y="2259965"/>
            <a:ext cx="556054" cy="518984"/>
          </a:xfrm>
          <a:prstGeom prst="ellipse">
            <a:avLst/>
          </a:prstGeom>
          <a:noFill/>
          <a:ln w="603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1</a:t>
            </a:r>
            <a:endParaRPr lang="de-DE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926F45A-7E34-E41D-2382-ED9F28416BD2}"/>
              </a:ext>
            </a:extLst>
          </p:cNvPr>
          <p:cNvSpPr/>
          <p:nvPr/>
        </p:nvSpPr>
        <p:spPr>
          <a:xfrm>
            <a:off x="4444799" y="2259965"/>
            <a:ext cx="556054" cy="500450"/>
          </a:xfrm>
          <a:prstGeom prst="ellipse">
            <a:avLst/>
          </a:prstGeom>
          <a:noFill/>
          <a:ln w="603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2</a:t>
            </a:r>
            <a:endParaRPr lang="de-DE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633E5AF-520F-EF4A-A102-EB699EE849DD}"/>
              </a:ext>
            </a:extLst>
          </p:cNvPr>
          <p:cNvSpPr/>
          <p:nvPr/>
        </p:nvSpPr>
        <p:spPr>
          <a:xfrm>
            <a:off x="7759004" y="2250698"/>
            <a:ext cx="556054" cy="518984"/>
          </a:xfrm>
          <a:prstGeom prst="ellipse">
            <a:avLst/>
          </a:prstGeom>
          <a:noFill/>
          <a:ln w="603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3</a:t>
            </a:r>
            <a:endParaRPr lang="de-DE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23F9105-CF10-9E8D-7FC5-B6D21BB7E4B6}"/>
              </a:ext>
            </a:extLst>
          </p:cNvPr>
          <p:cNvSpPr/>
          <p:nvPr/>
        </p:nvSpPr>
        <p:spPr>
          <a:xfrm>
            <a:off x="10370397" y="2250698"/>
            <a:ext cx="556054" cy="518984"/>
          </a:xfrm>
          <a:prstGeom prst="ellipse">
            <a:avLst/>
          </a:prstGeom>
          <a:noFill/>
          <a:ln w="603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4</a:t>
            </a:r>
            <a:endParaRPr lang="de-DE" dirty="0">
              <a:solidFill>
                <a:schemeClr val="tx1"/>
              </a:solidFill>
              <a:latin typeface="Arial Rounded MT Bold" panose="020F0704030504030204" pitchFamily="34" charset="77"/>
            </a:endParaRP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589839BC-6507-B876-C72C-CBFED5AF5EB0}"/>
              </a:ext>
            </a:extLst>
          </p:cNvPr>
          <p:cNvCxnSpPr>
            <a:cxnSpLocks/>
          </p:cNvCxnSpPr>
          <p:nvPr/>
        </p:nvCxnSpPr>
        <p:spPr>
          <a:xfrm>
            <a:off x="5912704" y="1734065"/>
            <a:ext cx="1579606" cy="0"/>
          </a:xfrm>
          <a:prstGeom prst="straightConnector1">
            <a:avLst/>
          </a:prstGeom>
          <a:ln w="152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fik 28" descr="Datenbank mit einfarbiger Füllung">
            <a:extLst>
              <a:ext uri="{FF2B5EF4-FFF2-40B4-BE49-F238E27FC236}">
                <a16:creationId xmlns:a16="http://schemas.microsoft.com/office/drawing/2014/main" id="{25E95009-0C81-93ED-2B72-967F8D5D628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44383" y="126656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81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Macintosh PowerPoint</Application>
  <PresentationFormat>Breitbild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 User</dc:creator>
  <cp:lastModifiedBy>Microsoft Office User</cp:lastModifiedBy>
  <cp:revision>3</cp:revision>
  <dcterms:created xsi:type="dcterms:W3CDTF">2023-02-12T10:13:14Z</dcterms:created>
  <dcterms:modified xsi:type="dcterms:W3CDTF">2023-02-13T09:51:27Z</dcterms:modified>
</cp:coreProperties>
</file>