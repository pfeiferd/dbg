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5" r:id="rId1"/>
    <p:sldMasterId id="2147483676" r:id="rId2"/>
    <p:sldMasterId id="2147483671" r:id="rId3"/>
  </p:sldMasterIdLst>
  <p:notesMasterIdLst>
    <p:notesMasterId r:id="rId5"/>
  </p:notesMasterIdLst>
  <p:handoutMasterIdLst>
    <p:handoutMasterId r:id="rId6"/>
  </p:handoutMasterIdLst>
  <p:sldIdLst>
    <p:sldId id="260" r:id="rId4"/>
  </p:sldIdLst>
  <p:sldSz cx="30275213" cy="42811700"/>
  <p:notesSz cx="6858000" cy="9144000"/>
  <p:defaultTextStyle>
    <a:defPPr>
      <a:defRPr lang="de-DE"/>
    </a:defPPr>
    <a:lvl1pPr marL="0" algn="l" defTabSz="2088170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1pPr>
    <a:lvl2pPr marL="2088170" algn="l" defTabSz="2088170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2pPr>
    <a:lvl3pPr marL="4176339" algn="l" defTabSz="2088170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3pPr>
    <a:lvl4pPr marL="6264509" algn="l" defTabSz="2088170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4pPr>
    <a:lvl5pPr marL="8352678" algn="l" defTabSz="2088170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5pPr>
    <a:lvl6pPr marL="10440848" algn="l" defTabSz="2088170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6pPr>
    <a:lvl7pPr marL="12529017" algn="l" defTabSz="2088170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7pPr>
    <a:lvl8pPr marL="14617187" algn="l" defTabSz="2088170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8pPr>
    <a:lvl9pPr marL="16705356" algn="l" defTabSz="2088170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030">
          <p15:clr>
            <a:srgbClr val="A4A3A4"/>
          </p15:clr>
        </p15:guide>
        <p15:guide id="2" orient="horz" pos="1822">
          <p15:clr>
            <a:srgbClr val="A4A3A4"/>
          </p15:clr>
        </p15:guide>
        <p15:guide id="3" orient="horz" pos="2533">
          <p15:clr>
            <a:srgbClr val="A4A3A4"/>
          </p15:clr>
        </p15:guide>
        <p15:guide id="4" orient="horz" pos="502">
          <p15:clr>
            <a:srgbClr val="A4A3A4"/>
          </p15:clr>
        </p15:guide>
        <p15:guide id="5" orient="horz" pos="2362">
          <p15:clr>
            <a:srgbClr val="A4A3A4"/>
          </p15:clr>
        </p15:guide>
        <p15:guide id="6" pos="19070">
          <p15:clr>
            <a:srgbClr val="A4A3A4"/>
          </p15:clr>
        </p15:guide>
        <p15:guide id="7" pos="1816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clrMru>
    <a:srgbClr val="0D3D88"/>
    <a:srgbClr val="162957"/>
    <a:srgbClr val="0069B5"/>
    <a:srgbClr val="0E3F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717" autoAdjust="0"/>
    <p:restoredTop sz="94609" autoAdjust="0"/>
  </p:normalViewPr>
  <p:slideViewPr>
    <p:cSldViewPr snapToGrid="0" snapToObjects="1" showGuides="1">
      <p:cViewPr>
        <p:scale>
          <a:sx n="110" d="100"/>
          <a:sy n="110" d="100"/>
        </p:scale>
        <p:origin x="-3512" y="8"/>
      </p:cViewPr>
      <p:guideLst>
        <p:guide orient="horz" pos="3030"/>
        <p:guide orient="horz" pos="1822"/>
        <p:guide orient="horz" pos="2533"/>
        <p:guide orient="horz" pos="502"/>
        <p:guide orient="horz" pos="2362"/>
        <p:guide pos="19070"/>
        <p:guide pos="18169"/>
      </p:guideLst>
    </p:cSldViewPr>
  </p:slideViewPr>
  <p:outlineViewPr>
    <p:cViewPr>
      <p:scale>
        <a:sx n="33" d="100"/>
        <a:sy n="33" d="100"/>
      </p:scale>
      <p:origin x="0" y="2140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berschrift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79B232-4474-A745-8FB0-319705DD2516}" type="datetimeFigureOut">
              <a:rPr lang="de-DE" smtClean="0"/>
              <a:t>24.06.26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8612C6-6B93-3641-B1C2-E9A8996E56B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606406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berschrift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7E41AC-6713-F54E-9C05-4C41F4D1E3B1}" type="datetimeFigureOut">
              <a:rPr lang="de-DE" smtClean="0"/>
              <a:t>24.06.26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2216150" y="685800"/>
            <a:ext cx="24257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0A6D51-0C0E-244B-AA1D-7C47E6D5ED5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004315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2088170" rtl="0" eaLnBrk="1" latinLnBrk="0" hangingPunct="1">
      <a:defRPr sz="5500" kern="1200">
        <a:solidFill>
          <a:schemeClr val="tx1"/>
        </a:solidFill>
        <a:latin typeface="+mn-lt"/>
        <a:ea typeface="+mn-ea"/>
        <a:cs typeface="+mn-cs"/>
      </a:defRPr>
    </a:lvl1pPr>
    <a:lvl2pPr marL="2088170" algn="l" defTabSz="2088170" rtl="0" eaLnBrk="1" latinLnBrk="0" hangingPunct="1">
      <a:defRPr sz="5500" kern="1200">
        <a:solidFill>
          <a:schemeClr val="tx1"/>
        </a:solidFill>
        <a:latin typeface="+mn-lt"/>
        <a:ea typeface="+mn-ea"/>
        <a:cs typeface="+mn-cs"/>
      </a:defRPr>
    </a:lvl2pPr>
    <a:lvl3pPr marL="4176339" algn="l" defTabSz="2088170" rtl="0" eaLnBrk="1" latinLnBrk="0" hangingPunct="1">
      <a:defRPr sz="5500" kern="1200">
        <a:solidFill>
          <a:schemeClr val="tx1"/>
        </a:solidFill>
        <a:latin typeface="+mn-lt"/>
        <a:ea typeface="+mn-ea"/>
        <a:cs typeface="+mn-cs"/>
      </a:defRPr>
    </a:lvl3pPr>
    <a:lvl4pPr marL="6264509" algn="l" defTabSz="2088170" rtl="0" eaLnBrk="1" latinLnBrk="0" hangingPunct="1">
      <a:defRPr sz="5500" kern="1200">
        <a:solidFill>
          <a:schemeClr val="tx1"/>
        </a:solidFill>
        <a:latin typeface="+mn-lt"/>
        <a:ea typeface="+mn-ea"/>
        <a:cs typeface="+mn-cs"/>
      </a:defRPr>
    </a:lvl4pPr>
    <a:lvl5pPr marL="8352678" algn="l" defTabSz="2088170" rtl="0" eaLnBrk="1" latinLnBrk="0" hangingPunct="1">
      <a:defRPr sz="5500" kern="1200">
        <a:solidFill>
          <a:schemeClr val="tx1"/>
        </a:solidFill>
        <a:latin typeface="+mn-lt"/>
        <a:ea typeface="+mn-ea"/>
        <a:cs typeface="+mn-cs"/>
      </a:defRPr>
    </a:lvl5pPr>
    <a:lvl6pPr marL="10440848" algn="l" defTabSz="2088170" rtl="0" eaLnBrk="1" latinLnBrk="0" hangingPunct="1">
      <a:defRPr sz="5500" kern="1200">
        <a:solidFill>
          <a:schemeClr val="tx1"/>
        </a:solidFill>
        <a:latin typeface="+mn-lt"/>
        <a:ea typeface="+mn-ea"/>
        <a:cs typeface="+mn-cs"/>
      </a:defRPr>
    </a:lvl6pPr>
    <a:lvl7pPr marL="12529017" algn="l" defTabSz="2088170" rtl="0" eaLnBrk="1" latinLnBrk="0" hangingPunct="1">
      <a:defRPr sz="5500" kern="1200">
        <a:solidFill>
          <a:schemeClr val="tx1"/>
        </a:solidFill>
        <a:latin typeface="+mn-lt"/>
        <a:ea typeface="+mn-ea"/>
        <a:cs typeface="+mn-cs"/>
      </a:defRPr>
    </a:lvl7pPr>
    <a:lvl8pPr marL="14617187" algn="l" defTabSz="2088170" rtl="0" eaLnBrk="1" latinLnBrk="0" hangingPunct="1">
      <a:defRPr sz="5500" kern="1200">
        <a:solidFill>
          <a:schemeClr val="tx1"/>
        </a:solidFill>
        <a:latin typeface="+mn-lt"/>
        <a:ea typeface="+mn-ea"/>
        <a:cs typeface="+mn-cs"/>
      </a:defRPr>
    </a:lvl8pPr>
    <a:lvl9pPr marL="16705356" algn="l" defTabSz="2088170" rtl="0" eaLnBrk="1" latinLnBrk="0" hangingPunct="1">
      <a:defRPr sz="55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hne Partner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 userDrawn="1"/>
        </p:nvSpPr>
        <p:spPr>
          <a:xfrm>
            <a:off x="1327150" y="16686722"/>
            <a:ext cx="27495499" cy="6796561"/>
          </a:xfrm>
          <a:prstGeom prst="rect">
            <a:avLst/>
          </a:prstGeom>
          <a:solidFill>
            <a:srgbClr val="0D3D88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4" name="Rechteck 53"/>
          <p:cNvSpPr/>
          <p:nvPr userDrawn="1"/>
        </p:nvSpPr>
        <p:spPr>
          <a:xfrm>
            <a:off x="1327150" y="5892778"/>
            <a:ext cx="28948062" cy="492549"/>
          </a:xfrm>
          <a:prstGeom prst="rect">
            <a:avLst/>
          </a:prstGeom>
          <a:gradFill flip="none" rotWithShape="1">
            <a:gsLst>
              <a:gs pos="0">
                <a:srgbClr val="162957">
                  <a:alpha val="60000"/>
                </a:srgbClr>
              </a:gs>
              <a:gs pos="100000">
                <a:srgbClr val="0069B5">
                  <a:alpha val="50000"/>
                </a:srgbClr>
              </a:gs>
            </a:gsLst>
            <a:lin ang="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eck 2"/>
          <p:cNvSpPr/>
          <p:nvPr userDrawn="1"/>
        </p:nvSpPr>
        <p:spPr>
          <a:xfrm>
            <a:off x="-1" y="4835503"/>
            <a:ext cx="30275213" cy="1057275"/>
          </a:xfrm>
          <a:prstGeom prst="rect">
            <a:avLst/>
          </a:prstGeom>
          <a:gradFill flip="none" rotWithShape="1">
            <a:gsLst>
              <a:gs pos="0">
                <a:srgbClr val="162957"/>
              </a:gs>
              <a:gs pos="100000">
                <a:srgbClr val="0069B5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itel 1"/>
          <p:cNvSpPr>
            <a:spLocks noGrp="1"/>
          </p:cNvSpPr>
          <p:nvPr>
            <p:ph type="ctrTitle" hasCustomPrompt="1"/>
          </p:nvPr>
        </p:nvSpPr>
        <p:spPr>
          <a:xfrm>
            <a:off x="1350131" y="2279489"/>
            <a:ext cx="13217526" cy="20937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6000" b="1" cap="all" spc="300" baseline="0">
                <a:solidFill>
                  <a:srgbClr val="0E3F8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HEADLINE HEADLINE HEADLINE HEADLINE</a:t>
            </a:r>
          </a:p>
        </p:txBody>
      </p:sp>
      <p:sp>
        <p:nvSpPr>
          <p:cNvPr id="29" name="Textplatzhalter 10"/>
          <p:cNvSpPr>
            <a:spLocks noGrp="1"/>
          </p:cNvSpPr>
          <p:nvPr>
            <p:ph type="body" sz="quarter" idx="19" hasCustomPrompt="1"/>
          </p:nvPr>
        </p:nvSpPr>
        <p:spPr>
          <a:xfrm>
            <a:off x="1366836" y="5855818"/>
            <a:ext cx="19779773" cy="52950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0" i="0" cap="none" spc="10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Max Mustermann, Martina Musterfrau</a:t>
            </a:r>
          </a:p>
        </p:txBody>
      </p:sp>
      <p:sp>
        <p:nvSpPr>
          <p:cNvPr id="17" name="Textplatzhalter 16"/>
          <p:cNvSpPr>
            <a:spLocks noGrp="1"/>
          </p:cNvSpPr>
          <p:nvPr>
            <p:ph type="body" sz="quarter" idx="14" hasCustomPrompt="1"/>
          </p:nvPr>
        </p:nvSpPr>
        <p:spPr>
          <a:xfrm>
            <a:off x="1411817" y="41857017"/>
            <a:ext cx="27536774" cy="5960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Fußzeilen werden u.a. gerne für weitere Verweise wie Links benutzt.</a:t>
            </a:r>
          </a:p>
        </p:txBody>
      </p:sp>
      <p:sp>
        <p:nvSpPr>
          <p:cNvPr id="20" name="Textplatzhalter 10"/>
          <p:cNvSpPr>
            <a:spLocks noGrp="1"/>
          </p:cNvSpPr>
          <p:nvPr>
            <p:ph type="body" sz="quarter" idx="30" hasCustomPrompt="1"/>
          </p:nvPr>
        </p:nvSpPr>
        <p:spPr>
          <a:xfrm>
            <a:off x="1366835" y="7817806"/>
            <a:ext cx="13217705" cy="9159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="0" i="0" cap="all" spc="100" baseline="0">
                <a:solidFill>
                  <a:srgbClr val="0E3F8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Headline</a:t>
            </a:r>
          </a:p>
        </p:txBody>
      </p:sp>
      <p:sp>
        <p:nvSpPr>
          <p:cNvPr id="23" name="Textplatzhalter 10"/>
          <p:cNvSpPr>
            <a:spLocks noGrp="1"/>
          </p:cNvSpPr>
          <p:nvPr>
            <p:ph type="body" sz="quarter" idx="31" hasCustomPrompt="1"/>
          </p:nvPr>
        </p:nvSpPr>
        <p:spPr>
          <a:xfrm>
            <a:off x="15687495" y="7817806"/>
            <a:ext cx="13217705" cy="9159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="0" i="0" cap="all" spc="100" baseline="0">
                <a:solidFill>
                  <a:srgbClr val="0E3F8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Headline</a:t>
            </a:r>
          </a:p>
        </p:txBody>
      </p:sp>
      <p:sp>
        <p:nvSpPr>
          <p:cNvPr id="24" name="Tabellenplatzhalter 23"/>
          <p:cNvSpPr>
            <a:spLocks noGrp="1"/>
          </p:cNvSpPr>
          <p:nvPr>
            <p:ph type="tbl" sz="quarter" idx="33"/>
          </p:nvPr>
        </p:nvSpPr>
        <p:spPr>
          <a:xfrm>
            <a:off x="15687675" y="8776742"/>
            <a:ext cx="13217525" cy="5458695"/>
          </a:xfrm>
          <a:prstGeom prst="rect">
            <a:avLst/>
          </a:prstGeom>
          <a:ln>
            <a:noFill/>
          </a:ln>
        </p:spPr>
        <p:txBody>
          <a:bodyPr vert="horz"/>
          <a:lstStyle>
            <a:lvl1pPr marL="0" indent="0">
              <a:buNone/>
              <a:defRPr sz="4000">
                <a:latin typeface="Arial"/>
                <a:cs typeface="Arial"/>
              </a:defRPr>
            </a:lvl1pPr>
          </a:lstStyle>
          <a:p>
            <a:endParaRPr lang="de-DE" dirty="0"/>
          </a:p>
        </p:txBody>
      </p:sp>
      <p:sp>
        <p:nvSpPr>
          <p:cNvPr id="31" name="Textplatzhalter 10"/>
          <p:cNvSpPr>
            <a:spLocks noGrp="1"/>
          </p:cNvSpPr>
          <p:nvPr>
            <p:ph type="body" sz="quarter" idx="34" hasCustomPrompt="1"/>
          </p:nvPr>
        </p:nvSpPr>
        <p:spPr>
          <a:xfrm>
            <a:off x="1366839" y="15770735"/>
            <a:ext cx="13217705" cy="9159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="0" i="0" cap="all" spc="100" baseline="0">
                <a:solidFill>
                  <a:srgbClr val="0E3F8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Headline</a:t>
            </a:r>
          </a:p>
        </p:txBody>
      </p:sp>
      <p:sp>
        <p:nvSpPr>
          <p:cNvPr id="39" name="SmartArt-Platzhalter 26"/>
          <p:cNvSpPr>
            <a:spLocks noGrp="1"/>
          </p:cNvSpPr>
          <p:nvPr>
            <p:ph type="dgm" sz="quarter" idx="37" hasCustomPrompt="1"/>
          </p:nvPr>
        </p:nvSpPr>
        <p:spPr>
          <a:xfrm>
            <a:off x="1524018" y="16917245"/>
            <a:ext cx="8733798" cy="5957762"/>
          </a:xfrm>
          <a:prstGeom prst="rect">
            <a:avLst/>
          </a:prstGeom>
          <a:ln>
            <a:noFill/>
          </a:ln>
        </p:spPr>
        <p:txBody>
          <a:bodyPr vert="horz"/>
          <a:lstStyle>
            <a:lvl1pPr marL="0" indent="0">
              <a:buNone/>
              <a:defRPr sz="4000"/>
            </a:lvl1pPr>
          </a:lstStyle>
          <a:p>
            <a:r>
              <a:rPr lang="de-DE" dirty="0"/>
              <a:t>Grafik</a:t>
            </a:r>
          </a:p>
        </p:txBody>
      </p:sp>
      <p:sp>
        <p:nvSpPr>
          <p:cNvPr id="40" name="SmartArt-Platzhalter 26"/>
          <p:cNvSpPr>
            <a:spLocks noGrp="1"/>
          </p:cNvSpPr>
          <p:nvPr>
            <p:ph type="dgm" sz="quarter" idx="38" hasCustomPrompt="1"/>
          </p:nvPr>
        </p:nvSpPr>
        <p:spPr>
          <a:xfrm>
            <a:off x="19929472" y="16917245"/>
            <a:ext cx="8737585" cy="5957762"/>
          </a:xfrm>
          <a:prstGeom prst="rect">
            <a:avLst/>
          </a:prstGeom>
          <a:ln>
            <a:noFill/>
          </a:ln>
        </p:spPr>
        <p:txBody>
          <a:bodyPr vert="horz"/>
          <a:lstStyle>
            <a:lvl1pPr marL="0" indent="0">
              <a:buNone/>
              <a:defRPr sz="4000"/>
            </a:lvl1pPr>
          </a:lstStyle>
          <a:p>
            <a:r>
              <a:rPr lang="de-DE" dirty="0"/>
              <a:t>Grafik</a:t>
            </a:r>
          </a:p>
        </p:txBody>
      </p:sp>
      <p:sp>
        <p:nvSpPr>
          <p:cNvPr id="41" name="Textplatzhalter 10"/>
          <p:cNvSpPr>
            <a:spLocks noGrp="1"/>
          </p:cNvSpPr>
          <p:nvPr>
            <p:ph type="body" sz="quarter" idx="39" hasCustomPrompt="1"/>
          </p:nvPr>
        </p:nvSpPr>
        <p:spPr>
          <a:xfrm>
            <a:off x="1366835" y="24423861"/>
            <a:ext cx="13217705" cy="9159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="0" i="0" cap="all" spc="100" baseline="0">
                <a:solidFill>
                  <a:srgbClr val="0E3F8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Headline</a:t>
            </a:r>
          </a:p>
        </p:txBody>
      </p:sp>
      <p:sp>
        <p:nvSpPr>
          <p:cNvPr id="18" name="Textplatzhalter 10"/>
          <p:cNvSpPr>
            <a:spLocks noGrp="1"/>
          </p:cNvSpPr>
          <p:nvPr>
            <p:ph type="body" sz="quarter" idx="41" hasCustomPrompt="1"/>
          </p:nvPr>
        </p:nvSpPr>
        <p:spPr>
          <a:xfrm>
            <a:off x="15646219" y="24423861"/>
            <a:ext cx="13217705" cy="9159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="0" i="0" cap="all" spc="100" baseline="0">
                <a:solidFill>
                  <a:srgbClr val="0E3F8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Headline</a:t>
            </a:r>
          </a:p>
        </p:txBody>
      </p:sp>
      <p:sp>
        <p:nvSpPr>
          <p:cNvPr id="25" name="Textplatzhalter 10"/>
          <p:cNvSpPr>
            <a:spLocks noGrp="1"/>
          </p:cNvSpPr>
          <p:nvPr>
            <p:ph type="body" sz="quarter" idx="43" hasCustomPrompt="1"/>
          </p:nvPr>
        </p:nvSpPr>
        <p:spPr>
          <a:xfrm>
            <a:off x="1366835" y="33538107"/>
            <a:ext cx="13217705" cy="9159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="0" i="0" cap="all" spc="100" baseline="0">
                <a:solidFill>
                  <a:srgbClr val="0E3F8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Headline</a:t>
            </a:r>
          </a:p>
        </p:txBody>
      </p:sp>
      <p:sp>
        <p:nvSpPr>
          <p:cNvPr id="27" name="Tabellenplatzhalter 23"/>
          <p:cNvSpPr>
            <a:spLocks noGrp="1"/>
          </p:cNvSpPr>
          <p:nvPr>
            <p:ph type="tbl" sz="quarter" idx="44"/>
          </p:nvPr>
        </p:nvSpPr>
        <p:spPr>
          <a:xfrm>
            <a:off x="1350131" y="34454094"/>
            <a:ext cx="18122988" cy="6135939"/>
          </a:xfrm>
          <a:prstGeom prst="rect">
            <a:avLst/>
          </a:prstGeom>
          <a:ln>
            <a:noFill/>
          </a:ln>
        </p:spPr>
        <p:txBody>
          <a:bodyPr vert="horz"/>
          <a:lstStyle>
            <a:lvl1pPr marL="0" indent="0">
              <a:buNone/>
              <a:defRPr sz="4000">
                <a:latin typeface="Arial"/>
                <a:cs typeface="Arial"/>
              </a:defRPr>
            </a:lvl1pPr>
          </a:lstStyle>
          <a:p>
            <a:endParaRPr lang="de-DE" dirty="0"/>
          </a:p>
        </p:txBody>
      </p:sp>
      <p:sp>
        <p:nvSpPr>
          <p:cNvPr id="4" name="Bildplatzhalter 3"/>
          <p:cNvSpPr>
            <a:spLocks noGrp="1"/>
          </p:cNvSpPr>
          <p:nvPr>
            <p:ph type="pic" sz="quarter" idx="45"/>
          </p:nvPr>
        </p:nvSpPr>
        <p:spPr>
          <a:xfrm>
            <a:off x="19929472" y="34453418"/>
            <a:ext cx="8934452" cy="6137275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4000"/>
            </a:lvl1pPr>
          </a:lstStyle>
          <a:p>
            <a:r>
              <a:rPr lang="de-DE" dirty="0"/>
              <a:t>Bild</a:t>
            </a:r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46" hasCustomPrompt="1"/>
          </p:nvPr>
        </p:nvSpPr>
        <p:spPr>
          <a:xfrm>
            <a:off x="1350132" y="8776743"/>
            <a:ext cx="13234232" cy="5458694"/>
          </a:xfrm>
          <a:prstGeom prst="rect">
            <a:avLst/>
          </a:prstGeom>
          <a:ln>
            <a:noFill/>
          </a:ln>
        </p:spPr>
        <p:txBody>
          <a:bodyPr vert="horz"/>
          <a:lstStyle>
            <a:lvl1pPr marL="0" marR="0" indent="0" algn="l" defTabSz="2088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500" baseline="0">
                <a:latin typeface="Arial"/>
              </a:defRPr>
            </a:lvl1pPr>
            <a:lvl2pPr>
              <a:defRPr sz="2500" baseline="0">
                <a:latin typeface="Arial"/>
              </a:defRPr>
            </a:lvl2pPr>
            <a:lvl3pPr>
              <a:defRPr sz="2500" baseline="0">
                <a:latin typeface="Arial"/>
              </a:defRPr>
            </a:lvl3pPr>
            <a:lvl4pPr>
              <a:defRPr sz="2500" baseline="0">
                <a:latin typeface="Arial"/>
              </a:defRPr>
            </a:lvl4pPr>
            <a:lvl5pPr>
              <a:defRPr sz="2500" baseline="0">
                <a:latin typeface="Arial"/>
              </a:defRPr>
            </a:lvl5pPr>
          </a:lstStyle>
          <a:p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Lorem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ipsum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dolor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sit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amet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consectetuer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adipiscing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elit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.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Aenean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commodo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ligula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eget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dolor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.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Aenean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massa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. Cum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sociis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natoque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penatibus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et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magnis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dis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parturient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montes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nascetur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ridiculus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mus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.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Donec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quam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felis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ultricies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nec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pellentesque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eu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pretium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quis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sem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.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Donec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pede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justo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fringilla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vel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aliquet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nec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vulputate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evulputate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get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arcu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. In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enim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justo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rhoncus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ut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imperdiet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a,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venenatis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vitae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justo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.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Nullam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dictum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felis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eu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pede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mollis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pretium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. Integer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tincidunt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.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Cras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dapibus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.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Vivamus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elementum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semper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nisi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.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Aenean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vulputate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eleifend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tellus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.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Vivamus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elementum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semper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nisi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.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Aenean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vulputate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eleifend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tellus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.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Aenean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elementum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. </a:t>
            </a:r>
          </a:p>
          <a:p>
            <a:endParaRPr lang="de-DE" sz="2500" b="0" i="0" u="none" strike="noStrike" dirty="0">
              <a:effectLst/>
              <a:latin typeface="Arial"/>
              <a:cs typeface="Arial"/>
            </a:endParaRPr>
          </a:p>
          <a:p>
            <a:pPr marL="0" marR="0" indent="0" algn="l" defTabSz="2088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Lorem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ipsum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dolor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sit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amet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consectetuer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adipiscing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elit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.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Aenean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commodo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ligula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eget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dolor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.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Aenean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massa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. Cum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sociis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natoque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penatibus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et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magnis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dis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parturient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montes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nascetur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ridiculus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mus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.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Donec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quam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felis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ultricies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nec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pellentesque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eu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pretium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quis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sem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.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Donec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pede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justo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fringilla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vel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aliquet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nec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vulputate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evulputate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get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arcu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. In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enim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justo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rhoncus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ut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imperdiet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a,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venenatis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vitae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justo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.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Nullam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dictum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felis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eu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pede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mollis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pretium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. Integer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tincidunt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.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Cras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dapibus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. </a:t>
            </a:r>
            <a:endParaRPr lang="de-DE" dirty="0"/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47" hasCustomPrompt="1"/>
          </p:nvPr>
        </p:nvSpPr>
        <p:spPr>
          <a:xfrm>
            <a:off x="1367020" y="25340073"/>
            <a:ext cx="13217524" cy="6642358"/>
          </a:xfrm>
          <a:prstGeom prst="rect">
            <a:avLst/>
          </a:prstGeom>
          <a:ln>
            <a:noFill/>
          </a:ln>
        </p:spPr>
        <p:txBody>
          <a:bodyPr vert="horz"/>
          <a:lstStyle>
            <a:lvl1pPr marL="342900" marR="0" indent="-342900" algn="l" defTabSz="2088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0E3F8E"/>
              </a:buClr>
              <a:buSzPct val="80000"/>
              <a:buFont typeface="Lucida Grande"/>
              <a:buChar char="&gt;"/>
              <a:tabLst/>
              <a:defRPr sz="2500">
                <a:latin typeface="Arial"/>
              </a:defRPr>
            </a:lvl1pPr>
            <a:lvl2pPr>
              <a:defRPr sz="2500">
                <a:latin typeface="Arial"/>
              </a:defRPr>
            </a:lvl2pPr>
            <a:lvl3pPr>
              <a:defRPr sz="2500">
                <a:latin typeface="Arial"/>
              </a:defRPr>
            </a:lvl3pPr>
            <a:lvl4pPr>
              <a:defRPr sz="2500">
                <a:latin typeface="Arial"/>
              </a:defRPr>
            </a:lvl4pPr>
            <a:lvl5pPr>
              <a:defRPr sz="2500">
                <a:latin typeface="Arial"/>
              </a:defRPr>
            </a:lvl5pPr>
          </a:lstStyle>
          <a:p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Lorem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ipsum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dolor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sit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amet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consectetuer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adipiscing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Lorem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ipsum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dolor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sit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amet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consectetuer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adipiscing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</a:p>
          <a:p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Lorem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ipsum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dolor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sit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amet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consectetuer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adipiscing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</a:p>
          <a:p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Lorem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ipsum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dolor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sit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amet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consectetuer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adipiscing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</a:p>
          <a:p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Lorem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ipsum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dolor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sit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amet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consectetuer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adipiscing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</a:p>
          <a:p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Lorem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ipsum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dolor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sit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amet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consectetuer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adipiscing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Lorem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ipsum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dolor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sit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amet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consectetuer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adipiscing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</a:p>
          <a:p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Lorem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ipsum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dolor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sit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amet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consectetuer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adipiscing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Lorem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ipsum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dolor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sit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amet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consectetuer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adipiscing</a:t>
            </a:r>
            <a:endParaRPr lang="de-DE" sz="2500" b="0" i="0" u="none" strike="noStrike" dirty="0">
              <a:effectLst/>
              <a:latin typeface="Arial"/>
              <a:cs typeface="Arial"/>
            </a:endParaRPr>
          </a:p>
          <a:p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Lorem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ipsum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dolor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sit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amet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consectetuer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adipiscing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</a:p>
          <a:p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Lorem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ipsum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dolor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sit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amet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consectetuer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adipiscing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</a:p>
          <a:p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Lorem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ipsum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dolor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sit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amet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consectetuer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adipiscing</a:t>
            </a:r>
            <a:endParaRPr lang="de-DE" sz="2500" b="0" i="0" u="none" strike="noStrike" dirty="0">
              <a:effectLst/>
              <a:latin typeface="Arial"/>
              <a:cs typeface="Arial"/>
            </a:endParaRPr>
          </a:p>
          <a:p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Lorem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ipsum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dolor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sit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amet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consectetuer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adipiscing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Lorem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ipsum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dolor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sit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amet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consectetuer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adipiscing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</a:p>
        </p:txBody>
      </p:sp>
      <p:sp>
        <p:nvSpPr>
          <p:cNvPr id="43" name="Diagrammplatzhalter 31"/>
          <p:cNvSpPr>
            <a:spLocks noGrp="1"/>
          </p:cNvSpPr>
          <p:nvPr>
            <p:ph type="chart" sz="quarter" idx="49"/>
          </p:nvPr>
        </p:nvSpPr>
        <p:spPr>
          <a:xfrm>
            <a:off x="10721871" y="16917035"/>
            <a:ext cx="8743546" cy="5957762"/>
          </a:xfrm>
          <a:prstGeom prst="rect">
            <a:avLst/>
          </a:prstGeom>
          <a:ln>
            <a:noFill/>
          </a:ln>
        </p:spPr>
        <p:txBody>
          <a:bodyPr vert="horz"/>
          <a:lstStyle>
            <a:lvl1pPr marL="0" indent="0">
              <a:buNone/>
              <a:defRPr sz="4000">
                <a:latin typeface="Arial"/>
                <a:cs typeface="Arial"/>
              </a:defRPr>
            </a:lvl1pPr>
          </a:lstStyle>
          <a:p>
            <a:r>
              <a:rPr lang="de-DE" dirty="0"/>
              <a:t>Diagramm</a:t>
            </a:r>
          </a:p>
        </p:txBody>
      </p:sp>
      <p:sp>
        <p:nvSpPr>
          <p:cNvPr id="44" name="Diagrammplatzhalter 31"/>
          <p:cNvSpPr>
            <a:spLocks noGrp="1"/>
          </p:cNvSpPr>
          <p:nvPr>
            <p:ph type="chart" sz="quarter" idx="50"/>
          </p:nvPr>
        </p:nvSpPr>
        <p:spPr>
          <a:xfrm>
            <a:off x="15646218" y="25339848"/>
            <a:ext cx="13217705" cy="6642583"/>
          </a:xfrm>
          <a:prstGeom prst="rect">
            <a:avLst/>
          </a:prstGeom>
          <a:ln>
            <a:noFill/>
          </a:ln>
        </p:spPr>
        <p:txBody>
          <a:bodyPr vert="horz"/>
          <a:lstStyle>
            <a:lvl1pPr marL="0" indent="0">
              <a:buNone/>
              <a:defRPr sz="4000">
                <a:latin typeface="Arial"/>
                <a:cs typeface="Arial"/>
              </a:defRPr>
            </a:lvl1pPr>
          </a:lstStyle>
          <a:p>
            <a:r>
              <a:rPr lang="de-DE" dirty="0"/>
              <a:t>Diagramm</a:t>
            </a:r>
          </a:p>
        </p:txBody>
      </p:sp>
      <p:sp>
        <p:nvSpPr>
          <p:cNvPr id="37" name="Textplatzhalter 36"/>
          <p:cNvSpPr>
            <a:spLocks noGrp="1"/>
          </p:cNvSpPr>
          <p:nvPr>
            <p:ph type="body" sz="quarter" idx="51" hasCustomPrompt="1"/>
          </p:nvPr>
        </p:nvSpPr>
        <p:spPr>
          <a:xfrm>
            <a:off x="1366838" y="5019651"/>
            <a:ext cx="27538362" cy="873128"/>
          </a:xfrm>
          <a:prstGeom prst="rect">
            <a:avLst/>
          </a:prstGeom>
        </p:spPr>
        <p:txBody>
          <a:bodyPr vert="horz"/>
          <a:lstStyle>
            <a:lvl1pPr marL="0" marR="0" indent="0" algn="l" defTabSz="2088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4000" b="0" i="0">
                <a:solidFill>
                  <a:schemeClr val="bg1"/>
                </a:solidFill>
                <a:latin typeface="Arial"/>
              </a:defRPr>
            </a:lvl1pPr>
            <a:lvl2pPr>
              <a:defRPr sz="4000">
                <a:latin typeface="Arial"/>
              </a:defRPr>
            </a:lvl2pPr>
            <a:lvl3pPr>
              <a:defRPr sz="4000">
                <a:latin typeface="Arial"/>
              </a:defRPr>
            </a:lvl3pPr>
            <a:lvl4pPr>
              <a:defRPr sz="4000">
                <a:latin typeface="Arial"/>
              </a:defRPr>
            </a:lvl4pPr>
            <a:lvl5pPr>
              <a:defRPr sz="4000">
                <a:latin typeface="Arial"/>
              </a:defRPr>
            </a:lvl5pPr>
          </a:lstStyle>
          <a:p>
            <a:pPr marL="0" marR="0" lvl="0" indent="0" algn="l" defTabSz="2088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de-DE" sz="4000" cap="none" dirty="0" err="1"/>
              <a:t>Subline</a:t>
            </a:r>
            <a:r>
              <a:rPr lang="de-DE" sz="4000" cap="none" dirty="0"/>
              <a:t> </a:t>
            </a:r>
            <a:r>
              <a:rPr lang="de-DE" sz="4000" cap="none" dirty="0" err="1"/>
              <a:t>Subline</a:t>
            </a:r>
            <a:r>
              <a:rPr lang="de-DE" sz="4000" cap="none" dirty="0"/>
              <a:t> </a:t>
            </a:r>
            <a:r>
              <a:rPr lang="de-DE" sz="4000" cap="none" dirty="0" err="1"/>
              <a:t>Subline</a:t>
            </a:r>
            <a:r>
              <a:rPr lang="de-DE" sz="4000" cap="none" dirty="0"/>
              <a:t> </a:t>
            </a:r>
            <a:r>
              <a:rPr lang="de-DE" sz="4000" cap="none" dirty="0" err="1"/>
              <a:t>Subline</a:t>
            </a:r>
            <a:r>
              <a:rPr lang="de-DE" sz="4000" cap="none" dirty="0"/>
              <a:t> </a:t>
            </a:r>
            <a:r>
              <a:rPr lang="de-DE" sz="4000" cap="none" dirty="0" err="1"/>
              <a:t>Subline</a:t>
            </a:r>
            <a:r>
              <a:rPr lang="de-DE" sz="4000" cap="none" dirty="0"/>
              <a:t> </a:t>
            </a:r>
            <a:r>
              <a:rPr lang="de-DE" sz="4000" cap="none" dirty="0" err="1"/>
              <a:t>Subline</a:t>
            </a:r>
            <a:r>
              <a:rPr lang="de-DE" sz="4000" cap="none" dirty="0"/>
              <a:t> </a:t>
            </a:r>
            <a:r>
              <a:rPr lang="de-DE" sz="4000" cap="none" dirty="0" err="1"/>
              <a:t>Subline</a:t>
            </a:r>
            <a:r>
              <a:rPr lang="de-DE" sz="4000" cap="none" dirty="0"/>
              <a:t> </a:t>
            </a:r>
          </a:p>
          <a:p>
            <a:pPr marL="0" marR="0" lvl="0" indent="0" algn="l" defTabSz="2088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lang="de-DE" sz="4000" cap="none" dirty="0"/>
          </a:p>
        </p:txBody>
      </p:sp>
      <p:sp>
        <p:nvSpPr>
          <p:cNvPr id="45" name="Textplatzhalter 16"/>
          <p:cNvSpPr>
            <a:spLocks noGrp="1"/>
          </p:cNvSpPr>
          <p:nvPr>
            <p:ph type="body" sz="quarter" idx="52" hasCustomPrompt="1"/>
          </p:nvPr>
        </p:nvSpPr>
        <p:spPr>
          <a:xfrm>
            <a:off x="1368427" y="40640832"/>
            <a:ext cx="8747554" cy="5960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Hier steht ggf. eine Bildunterschrift oder Erklärung zum Kasten darüber.</a:t>
            </a:r>
          </a:p>
        </p:txBody>
      </p:sp>
      <p:sp>
        <p:nvSpPr>
          <p:cNvPr id="46" name="Textplatzhalter 16"/>
          <p:cNvSpPr>
            <a:spLocks noGrp="1"/>
          </p:cNvSpPr>
          <p:nvPr>
            <p:ph type="body" sz="quarter" idx="53" hasCustomPrompt="1"/>
          </p:nvPr>
        </p:nvSpPr>
        <p:spPr>
          <a:xfrm>
            <a:off x="19929472" y="40640832"/>
            <a:ext cx="8893177" cy="5960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Hier steht ggf. eine Bildunterschrift oder Erklärung zum Kasten darüber.</a:t>
            </a:r>
          </a:p>
        </p:txBody>
      </p:sp>
      <p:sp>
        <p:nvSpPr>
          <p:cNvPr id="47" name="Textplatzhalter 16"/>
          <p:cNvSpPr>
            <a:spLocks noGrp="1"/>
          </p:cNvSpPr>
          <p:nvPr>
            <p:ph type="body" sz="quarter" idx="54" hasCustomPrompt="1"/>
          </p:nvPr>
        </p:nvSpPr>
        <p:spPr>
          <a:xfrm>
            <a:off x="15646218" y="31982431"/>
            <a:ext cx="8747554" cy="5960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Hier steht ggf. eine Bildunterschrift oder Erklärung zum Kasten darüber.</a:t>
            </a:r>
          </a:p>
        </p:txBody>
      </p:sp>
      <p:sp>
        <p:nvSpPr>
          <p:cNvPr id="48" name="Textplatzhalter 16"/>
          <p:cNvSpPr>
            <a:spLocks noGrp="1"/>
          </p:cNvSpPr>
          <p:nvPr>
            <p:ph type="body" sz="quarter" idx="55" hasCustomPrompt="1"/>
          </p:nvPr>
        </p:nvSpPr>
        <p:spPr>
          <a:xfrm>
            <a:off x="1524017" y="22887227"/>
            <a:ext cx="8733799" cy="5960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Hier steht ggf. eine Bildunterschrift oder Erklärung zum Kasten darüber.</a:t>
            </a:r>
          </a:p>
        </p:txBody>
      </p:sp>
      <p:sp>
        <p:nvSpPr>
          <p:cNvPr id="49" name="Textplatzhalter 16"/>
          <p:cNvSpPr>
            <a:spLocks noGrp="1"/>
          </p:cNvSpPr>
          <p:nvPr>
            <p:ph type="body" sz="quarter" idx="56" hasCustomPrompt="1"/>
          </p:nvPr>
        </p:nvSpPr>
        <p:spPr>
          <a:xfrm>
            <a:off x="10754299" y="22887227"/>
            <a:ext cx="8711118" cy="5960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Hier steht ggf. eine Bildunterschrift oder Erklärung zum Kasten darüber.</a:t>
            </a:r>
          </a:p>
        </p:txBody>
      </p:sp>
      <p:sp>
        <p:nvSpPr>
          <p:cNvPr id="50" name="Textplatzhalter 16"/>
          <p:cNvSpPr>
            <a:spLocks noGrp="1"/>
          </p:cNvSpPr>
          <p:nvPr>
            <p:ph type="body" sz="quarter" idx="57" hasCustomPrompt="1"/>
          </p:nvPr>
        </p:nvSpPr>
        <p:spPr>
          <a:xfrm>
            <a:off x="19929472" y="22887227"/>
            <a:ext cx="8737585" cy="5960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Hier steht ggf. eine Bildunterschrift oder Erklärung zum Kasten darüber.</a:t>
            </a:r>
          </a:p>
        </p:txBody>
      </p:sp>
      <p:sp>
        <p:nvSpPr>
          <p:cNvPr id="51" name="Textplatzhalter 16"/>
          <p:cNvSpPr>
            <a:spLocks noGrp="1"/>
          </p:cNvSpPr>
          <p:nvPr>
            <p:ph type="body" sz="quarter" idx="58" hasCustomPrompt="1"/>
          </p:nvPr>
        </p:nvSpPr>
        <p:spPr>
          <a:xfrm>
            <a:off x="15701319" y="14235437"/>
            <a:ext cx="8747554" cy="5960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Hier steht ggf. eine Bildunterschrift oder Erklärung zum Kasten darüber.</a:t>
            </a:r>
          </a:p>
        </p:txBody>
      </p:sp>
      <p:cxnSp>
        <p:nvCxnSpPr>
          <p:cNvPr id="58" name="Gerade Verbindung 57"/>
          <p:cNvCxnSpPr/>
          <p:nvPr userDrawn="1"/>
        </p:nvCxnSpPr>
        <p:spPr>
          <a:xfrm>
            <a:off x="1411817" y="41627581"/>
            <a:ext cx="27455815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Gerade Verbindung 31"/>
          <p:cNvCxnSpPr/>
          <p:nvPr userDrawn="1"/>
        </p:nvCxnSpPr>
        <p:spPr>
          <a:xfrm>
            <a:off x="1366835" y="32991952"/>
            <a:ext cx="27455815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Gerade Verbindung 32"/>
          <p:cNvCxnSpPr/>
          <p:nvPr userDrawn="1"/>
        </p:nvCxnSpPr>
        <p:spPr>
          <a:xfrm>
            <a:off x="1327150" y="23868831"/>
            <a:ext cx="27455815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Gerade Verbindung 33"/>
          <p:cNvCxnSpPr/>
          <p:nvPr userDrawn="1"/>
        </p:nvCxnSpPr>
        <p:spPr>
          <a:xfrm>
            <a:off x="1327150" y="15204712"/>
            <a:ext cx="27455815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43287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t Partner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 userDrawn="1"/>
        </p:nvSpPr>
        <p:spPr>
          <a:xfrm>
            <a:off x="1327150" y="16686722"/>
            <a:ext cx="27495499" cy="6796561"/>
          </a:xfrm>
          <a:prstGeom prst="rect">
            <a:avLst/>
          </a:prstGeom>
          <a:solidFill>
            <a:srgbClr val="0D3D88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4" name="Rechteck 53"/>
          <p:cNvSpPr/>
          <p:nvPr userDrawn="1"/>
        </p:nvSpPr>
        <p:spPr>
          <a:xfrm>
            <a:off x="1327150" y="5892778"/>
            <a:ext cx="28948062" cy="492549"/>
          </a:xfrm>
          <a:prstGeom prst="rect">
            <a:avLst/>
          </a:prstGeom>
          <a:gradFill flip="none" rotWithShape="1">
            <a:gsLst>
              <a:gs pos="0">
                <a:srgbClr val="162957">
                  <a:alpha val="60000"/>
                </a:srgbClr>
              </a:gs>
              <a:gs pos="100000">
                <a:srgbClr val="0069B5">
                  <a:alpha val="50000"/>
                </a:srgbClr>
              </a:gs>
            </a:gsLst>
            <a:lin ang="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eck 2"/>
          <p:cNvSpPr/>
          <p:nvPr userDrawn="1"/>
        </p:nvSpPr>
        <p:spPr>
          <a:xfrm>
            <a:off x="-1" y="4835503"/>
            <a:ext cx="30275213" cy="1057275"/>
          </a:xfrm>
          <a:prstGeom prst="rect">
            <a:avLst/>
          </a:prstGeom>
          <a:gradFill flip="none" rotWithShape="1">
            <a:gsLst>
              <a:gs pos="0">
                <a:srgbClr val="162957"/>
              </a:gs>
              <a:gs pos="100000">
                <a:srgbClr val="0069B5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itel 1"/>
          <p:cNvSpPr>
            <a:spLocks noGrp="1"/>
          </p:cNvSpPr>
          <p:nvPr>
            <p:ph type="ctrTitle" hasCustomPrompt="1"/>
          </p:nvPr>
        </p:nvSpPr>
        <p:spPr>
          <a:xfrm>
            <a:off x="1350131" y="2279489"/>
            <a:ext cx="13217526" cy="20937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6000" b="1" cap="all" spc="300" baseline="0">
                <a:solidFill>
                  <a:srgbClr val="0E3F8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HEADLINE HEADLINE HEADLINE HEADLINE</a:t>
            </a:r>
          </a:p>
        </p:txBody>
      </p:sp>
      <p:sp>
        <p:nvSpPr>
          <p:cNvPr id="29" name="Textplatzhalter 10"/>
          <p:cNvSpPr>
            <a:spLocks noGrp="1"/>
          </p:cNvSpPr>
          <p:nvPr>
            <p:ph type="body" sz="quarter" idx="19" hasCustomPrompt="1"/>
          </p:nvPr>
        </p:nvSpPr>
        <p:spPr>
          <a:xfrm>
            <a:off x="1366836" y="5855818"/>
            <a:ext cx="19779773" cy="52950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0" i="0" cap="none" spc="10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Max Mustermann, Martina Musterfrau</a:t>
            </a:r>
          </a:p>
        </p:txBody>
      </p:sp>
      <p:sp>
        <p:nvSpPr>
          <p:cNvPr id="20" name="Textplatzhalter 10"/>
          <p:cNvSpPr>
            <a:spLocks noGrp="1"/>
          </p:cNvSpPr>
          <p:nvPr>
            <p:ph type="body" sz="quarter" idx="30" hasCustomPrompt="1"/>
          </p:nvPr>
        </p:nvSpPr>
        <p:spPr>
          <a:xfrm>
            <a:off x="1366835" y="7817806"/>
            <a:ext cx="13217705" cy="9159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="0" i="0" cap="all" spc="100" baseline="0">
                <a:solidFill>
                  <a:srgbClr val="0E3F8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Headline</a:t>
            </a:r>
          </a:p>
        </p:txBody>
      </p:sp>
      <p:sp>
        <p:nvSpPr>
          <p:cNvPr id="23" name="Textplatzhalter 10"/>
          <p:cNvSpPr>
            <a:spLocks noGrp="1"/>
          </p:cNvSpPr>
          <p:nvPr>
            <p:ph type="body" sz="quarter" idx="31" hasCustomPrompt="1"/>
          </p:nvPr>
        </p:nvSpPr>
        <p:spPr>
          <a:xfrm>
            <a:off x="15687495" y="7817806"/>
            <a:ext cx="13217705" cy="9159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="0" i="0" cap="all" spc="100" baseline="0">
                <a:solidFill>
                  <a:srgbClr val="0E3F8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Headline</a:t>
            </a:r>
          </a:p>
        </p:txBody>
      </p:sp>
      <p:sp>
        <p:nvSpPr>
          <p:cNvPr id="24" name="Tabellenplatzhalter 23"/>
          <p:cNvSpPr>
            <a:spLocks noGrp="1"/>
          </p:cNvSpPr>
          <p:nvPr>
            <p:ph type="tbl" sz="quarter" idx="33"/>
          </p:nvPr>
        </p:nvSpPr>
        <p:spPr>
          <a:xfrm>
            <a:off x="15687675" y="8776742"/>
            <a:ext cx="13217525" cy="5458695"/>
          </a:xfrm>
          <a:prstGeom prst="rect">
            <a:avLst/>
          </a:prstGeom>
          <a:ln>
            <a:noFill/>
          </a:ln>
        </p:spPr>
        <p:txBody>
          <a:bodyPr vert="horz"/>
          <a:lstStyle>
            <a:lvl1pPr marL="0" indent="0">
              <a:buNone/>
              <a:defRPr sz="4000">
                <a:latin typeface="Arial"/>
                <a:cs typeface="Arial"/>
              </a:defRPr>
            </a:lvl1pPr>
          </a:lstStyle>
          <a:p>
            <a:endParaRPr lang="de-DE" dirty="0"/>
          </a:p>
        </p:txBody>
      </p:sp>
      <p:sp>
        <p:nvSpPr>
          <p:cNvPr id="31" name="Textplatzhalter 10"/>
          <p:cNvSpPr>
            <a:spLocks noGrp="1"/>
          </p:cNvSpPr>
          <p:nvPr>
            <p:ph type="body" sz="quarter" idx="34" hasCustomPrompt="1"/>
          </p:nvPr>
        </p:nvSpPr>
        <p:spPr>
          <a:xfrm>
            <a:off x="1366839" y="15770735"/>
            <a:ext cx="13217705" cy="9159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="0" i="0" cap="all" spc="100" baseline="0">
                <a:solidFill>
                  <a:srgbClr val="0E3F8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Headline</a:t>
            </a:r>
          </a:p>
        </p:txBody>
      </p:sp>
      <p:sp>
        <p:nvSpPr>
          <p:cNvPr id="39" name="SmartArt-Platzhalter 26"/>
          <p:cNvSpPr>
            <a:spLocks noGrp="1"/>
          </p:cNvSpPr>
          <p:nvPr>
            <p:ph type="dgm" sz="quarter" idx="37" hasCustomPrompt="1"/>
          </p:nvPr>
        </p:nvSpPr>
        <p:spPr>
          <a:xfrm>
            <a:off x="1524018" y="16917245"/>
            <a:ext cx="8733798" cy="5957762"/>
          </a:xfrm>
          <a:prstGeom prst="rect">
            <a:avLst/>
          </a:prstGeom>
          <a:ln>
            <a:noFill/>
          </a:ln>
        </p:spPr>
        <p:txBody>
          <a:bodyPr vert="horz"/>
          <a:lstStyle>
            <a:lvl1pPr marL="0" indent="0">
              <a:buNone/>
              <a:defRPr sz="4000"/>
            </a:lvl1pPr>
          </a:lstStyle>
          <a:p>
            <a:r>
              <a:rPr lang="de-DE" dirty="0"/>
              <a:t>Grafik</a:t>
            </a:r>
          </a:p>
        </p:txBody>
      </p:sp>
      <p:sp>
        <p:nvSpPr>
          <p:cNvPr id="40" name="SmartArt-Platzhalter 26"/>
          <p:cNvSpPr>
            <a:spLocks noGrp="1"/>
          </p:cNvSpPr>
          <p:nvPr>
            <p:ph type="dgm" sz="quarter" idx="38" hasCustomPrompt="1"/>
          </p:nvPr>
        </p:nvSpPr>
        <p:spPr>
          <a:xfrm>
            <a:off x="19929472" y="16917245"/>
            <a:ext cx="8737585" cy="5957762"/>
          </a:xfrm>
          <a:prstGeom prst="rect">
            <a:avLst/>
          </a:prstGeom>
          <a:ln>
            <a:noFill/>
          </a:ln>
        </p:spPr>
        <p:txBody>
          <a:bodyPr vert="horz"/>
          <a:lstStyle>
            <a:lvl1pPr marL="0" indent="0">
              <a:buNone/>
              <a:defRPr sz="4000"/>
            </a:lvl1pPr>
          </a:lstStyle>
          <a:p>
            <a:r>
              <a:rPr lang="de-DE" dirty="0"/>
              <a:t>Grafik</a:t>
            </a:r>
          </a:p>
        </p:txBody>
      </p:sp>
      <p:sp>
        <p:nvSpPr>
          <p:cNvPr id="41" name="Textplatzhalter 10"/>
          <p:cNvSpPr>
            <a:spLocks noGrp="1"/>
          </p:cNvSpPr>
          <p:nvPr>
            <p:ph type="body" sz="quarter" idx="39" hasCustomPrompt="1"/>
          </p:nvPr>
        </p:nvSpPr>
        <p:spPr>
          <a:xfrm>
            <a:off x="1366835" y="24423861"/>
            <a:ext cx="13217705" cy="9159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="0" i="0" cap="all" spc="100" baseline="0">
                <a:solidFill>
                  <a:srgbClr val="0E3F8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Headline</a:t>
            </a:r>
          </a:p>
        </p:txBody>
      </p:sp>
      <p:sp>
        <p:nvSpPr>
          <p:cNvPr id="18" name="Textplatzhalter 10"/>
          <p:cNvSpPr>
            <a:spLocks noGrp="1"/>
          </p:cNvSpPr>
          <p:nvPr>
            <p:ph type="body" sz="quarter" idx="41" hasCustomPrompt="1"/>
          </p:nvPr>
        </p:nvSpPr>
        <p:spPr>
          <a:xfrm>
            <a:off x="15646219" y="24423861"/>
            <a:ext cx="13217705" cy="9159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="0" i="0" cap="all" spc="100" baseline="0">
                <a:solidFill>
                  <a:srgbClr val="0E3F8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Headline</a:t>
            </a:r>
          </a:p>
        </p:txBody>
      </p:sp>
      <p:sp>
        <p:nvSpPr>
          <p:cNvPr id="25" name="Textplatzhalter 10"/>
          <p:cNvSpPr>
            <a:spLocks noGrp="1"/>
          </p:cNvSpPr>
          <p:nvPr>
            <p:ph type="body" sz="quarter" idx="43" hasCustomPrompt="1"/>
          </p:nvPr>
        </p:nvSpPr>
        <p:spPr>
          <a:xfrm>
            <a:off x="1366835" y="33538107"/>
            <a:ext cx="13217705" cy="9159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="0" i="0" cap="all" spc="100" baseline="0">
                <a:solidFill>
                  <a:srgbClr val="0E3F8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Headline</a:t>
            </a:r>
          </a:p>
        </p:txBody>
      </p:sp>
      <p:sp>
        <p:nvSpPr>
          <p:cNvPr id="27" name="Tabellenplatzhalter 23"/>
          <p:cNvSpPr>
            <a:spLocks noGrp="1"/>
          </p:cNvSpPr>
          <p:nvPr>
            <p:ph type="tbl" sz="quarter" idx="44"/>
          </p:nvPr>
        </p:nvSpPr>
        <p:spPr>
          <a:xfrm>
            <a:off x="1350131" y="34454096"/>
            <a:ext cx="18122988" cy="4096190"/>
          </a:xfrm>
          <a:prstGeom prst="rect">
            <a:avLst/>
          </a:prstGeom>
          <a:ln>
            <a:noFill/>
          </a:ln>
        </p:spPr>
        <p:txBody>
          <a:bodyPr vert="horz"/>
          <a:lstStyle>
            <a:lvl1pPr marL="0" indent="0">
              <a:buNone/>
              <a:defRPr sz="4000">
                <a:latin typeface="Arial"/>
                <a:cs typeface="Arial"/>
              </a:defRPr>
            </a:lvl1pPr>
          </a:lstStyle>
          <a:p>
            <a:endParaRPr lang="de-DE" dirty="0"/>
          </a:p>
        </p:txBody>
      </p:sp>
      <p:sp>
        <p:nvSpPr>
          <p:cNvPr id="4" name="Bildplatzhalter 3"/>
          <p:cNvSpPr>
            <a:spLocks noGrp="1"/>
          </p:cNvSpPr>
          <p:nvPr>
            <p:ph type="pic" sz="quarter" idx="45"/>
          </p:nvPr>
        </p:nvSpPr>
        <p:spPr>
          <a:xfrm>
            <a:off x="19929472" y="34453419"/>
            <a:ext cx="8934452" cy="4096867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4000"/>
            </a:lvl1pPr>
          </a:lstStyle>
          <a:p>
            <a:r>
              <a:rPr lang="de-DE" dirty="0"/>
              <a:t>Bild</a:t>
            </a:r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46" hasCustomPrompt="1"/>
          </p:nvPr>
        </p:nvSpPr>
        <p:spPr>
          <a:xfrm>
            <a:off x="1350132" y="8776743"/>
            <a:ext cx="13234232" cy="5458694"/>
          </a:xfrm>
          <a:prstGeom prst="rect">
            <a:avLst/>
          </a:prstGeom>
          <a:ln>
            <a:noFill/>
          </a:ln>
        </p:spPr>
        <p:txBody>
          <a:bodyPr vert="horz"/>
          <a:lstStyle>
            <a:lvl1pPr marL="0" marR="0" indent="0" algn="l" defTabSz="2088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500" baseline="0">
                <a:latin typeface="Arial"/>
              </a:defRPr>
            </a:lvl1pPr>
            <a:lvl2pPr>
              <a:defRPr sz="2500" baseline="0">
                <a:latin typeface="Arial"/>
              </a:defRPr>
            </a:lvl2pPr>
            <a:lvl3pPr>
              <a:defRPr sz="2500" baseline="0">
                <a:latin typeface="Arial"/>
              </a:defRPr>
            </a:lvl3pPr>
            <a:lvl4pPr>
              <a:defRPr sz="2500" baseline="0">
                <a:latin typeface="Arial"/>
              </a:defRPr>
            </a:lvl4pPr>
            <a:lvl5pPr>
              <a:defRPr sz="2500" baseline="0">
                <a:latin typeface="Arial"/>
              </a:defRPr>
            </a:lvl5pPr>
          </a:lstStyle>
          <a:p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Lorem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ipsum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dolor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sit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amet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consectetuer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adipiscing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elit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.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Aenean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commodo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ligula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eget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dolor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.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Aenean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massa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. Cum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sociis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natoque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penatibus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et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magnis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dis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parturient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montes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nascetur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ridiculus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mus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.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Donec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quam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felis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ultricies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nec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pellentesque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eu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pretium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quis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sem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.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Donec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pede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justo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fringilla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vel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aliquet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nec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vulputate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evulputate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get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arcu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. In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enim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justo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rhoncus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ut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imperdiet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a,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venenatis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vitae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justo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.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Nullam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dictum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felis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eu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pede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mollis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pretium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. Integer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tincidunt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.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Cras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dapibus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.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Vivamus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elementum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semper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nisi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.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Aenean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vulputate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eleifend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tellus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.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Vivamus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elementum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semper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nisi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.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Aenean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vulputate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eleifend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tellus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.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Aenean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elementum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. </a:t>
            </a:r>
          </a:p>
          <a:p>
            <a:endParaRPr lang="de-DE" sz="2500" b="0" i="0" u="none" strike="noStrike" dirty="0">
              <a:effectLst/>
              <a:latin typeface="Arial"/>
              <a:cs typeface="Arial"/>
            </a:endParaRPr>
          </a:p>
          <a:p>
            <a:pPr marL="0" marR="0" indent="0" algn="l" defTabSz="2088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Lorem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ipsum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dolor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sit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amet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consectetuer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adipiscing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elit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.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Aenean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commodo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ligula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eget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dolor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.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Aenean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massa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. Cum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sociis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natoque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penatibus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et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magnis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dis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parturient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montes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nascetur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ridiculus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mus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.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Donec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quam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felis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ultricies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nec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pellentesque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eu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pretium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quis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sem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.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Donec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pede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justo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fringilla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vel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aliquet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nec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vulputate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evulputate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get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arcu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. In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enim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justo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rhoncus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ut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imperdiet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a,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venenatis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vitae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justo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.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Nullam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dictum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felis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eu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pede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mollis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pretium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. Integer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tincidunt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.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Cras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dapibus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. </a:t>
            </a:r>
            <a:endParaRPr lang="de-DE" dirty="0"/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47" hasCustomPrompt="1"/>
          </p:nvPr>
        </p:nvSpPr>
        <p:spPr>
          <a:xfrm>
            <a:off x="1367020" y="25340073"/>
            <a:ext cx="13217524" cy="6642358"/>
          </a:xfrm>
          <a:prstGeom prst="rect">
            <a:avLst/>
          </a:prstGeom>
          <a:ln>
            <a:noFill/>
          </a:ln>
        </p:spPr>
        <p:txBody>
          <a:bodyPr vert="horz"/>
          <a:lstStyle>
            <a:lvl1pPr marL="342900" marR="0" indent="-342900" algn="l" defTabSz="2088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0E3F8E"/>
              </a:buClr>
              <a:buSzPct val="80000"/>
              <a:buFont typeface="Lucida Grande"/>
              <a:buChar char="&gt;"/>
              <a:tabLst/>
              <a:defRPr sz="2500">
                <a:latin typeface="Arial"/>
              </a:defRPr>
            </a:lvl1pPr>
            <a:lvl2pPr>
              <a:defRPr sz="2500">
                <a:latin typeface="Arial"/>
              </a:defRPr>
            </a:lvl2pPr>
            <a:lvl3pPr>
              <a:defRPr sz="2500">
                <a:latin typeface="Arial"/>
              </a:defRPr>
            </a:lvl3pPr>
            <a:lvl4pPr>
              <a:defRPr sz="2500">
                <a:latin typeface="Arial"/>
              </a:defRPr>
            </a:lvl4pPr>
            <a:lvl5pPr>
              <a:defRPr sz="2500">
                <a:latin typeface="Arial"/>
              </a:defRPr>
            </a:lvl5pPr>
          </a:lstStyle>
          <a:p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Lorem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ipsum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dolor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sit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amet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consectetuer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adipiscing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Lorem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ipsum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dolor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sit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amet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consectetuer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adipiscing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</a:p>
          <a:p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Lorem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ipsum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dolor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sit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amet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consectetuer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adipiscing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</a:p>
          <a:p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Lorem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ipsum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dolor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sit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amet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consectetuer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adipiscing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</a:p>
          <a:p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Lorem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ipsum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dolor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sit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amet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consectetuer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adipiscing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</a:p>
          <a:p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Lorem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ipsum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dolor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sit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amet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consectetuer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adipiscing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Lorem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ipsum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dolor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sit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amet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consectetuer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adipiscing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</a:p>
          <a:p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Lorem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ipsum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dolor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sit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amet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consectetuer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adipiscing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Lorem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ipsum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dolor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sit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amet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consectetuer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adipiscing</a:t>
            </a:r>
            <a:endParaRPr lang="de-DE" sz="2500" b="0" i="0" u="none" strike="noStrike" dirty="0">
              <a:effectLst/>
              <a:latin typeface="Arial"/>
              <a:cs typeface="Arial"/>
            </a:endParaRPr>
          </a:p>
          <a:p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Lorem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ipsum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dolor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sit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amet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consectetuer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adipiscing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</a:p>
          <a:p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Lorem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ipsum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dolor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sit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amet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consectetuer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adipiscing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</a:p>
          <a:p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Lorem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ipsum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dolor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sit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amet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consectetuer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adipiscing</a:t>
            </a:r>
            <a:endParaRPr lang="de-DE" sz="2500" b="0" i="0" u="none" strike="noStrike" dirty="0">
              <a:effectLst/>
              <a:latin typeface="Arial"/>
              <a:cs typeface="Arial"/>
            </a:endParaRPr>
          </a:p>
          <a:p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Lorem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ipsum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dolor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sit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amet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consectetuer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adipiscing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Lorem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ipsum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dolor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sit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amet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consectetuer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adipiscing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</a:p>
        </p:txBody>
      </p:sp>
      <p:sp>
        <p:nvSpPr>
          <p:cNvPr id="43" name="Diagrammplatzhalter 31"/>
          <p:cNvSpPr>
            <a:spLocks noGrp="1"/>
          </p:cNvSpPr>
          <p:nvPr>
            <p:ph type="chart" sz="quarter" idx="49"/>
          </p:nvPr>
        </p:nvSpPr>
        <p:spPr>
          <a:xfrm>
            <a:off x="10721871" y="16917035"/>
            <a:ext cx="8743546" cy="5957762"/>
          </a:xfrm>
          <a:prstGeom prst="rect">
            <a:avLst/>
          </a:prstGeom>
          <a:ln>
            <a:noFill/>
          </a:ln>
        </p:spPr>
        <p:txBody>
          <a:bodyPr vert="horz"/>
          <a:lstStyle>
            <a:lvl1pPr marL="0" indent="0">
              <a:buNone/>
              <a:defRPr sz="4000">
                <a:latin typeface="Arial"/>
                <a:cs typeface="Arial"/>
              </a:defRPr>
            </a:lvl1pPr>
          </a:lstStyle>
          <a:p>
            <a:r>
              <a:rPr lang="de-DE" dirty="0"/>
              <a:t>Diagramm</a:t>
            </a:r>
          </a:p>
        </p:txBody>
      </p:sp>
      <p:sp>
        <p:nvSpPr>
          <p:cNvPr id="44" name="Diagrammplatzhalter 31"/>
          <p:cNvSpPr>
            <a:spLocks noGrp="1"/>
          </p:cNvSpPr>
          <p:nvPr>
            <p:ph type="chart" sz="quarter" idx="50"/>
          </p:nvPr>
        </p:nvSpPr>
        <p:spPr>
          <a:xfrm>
            <a:off x="15646218" y="25339848"/>
            <a:ext cx="13217705" cy="6642583"/>
          </a:xfrm>
          <a:prstGeom prst="rect">
            <a:avLst/>
          </a:prstGeom>
          <a:ln>
            <a:noFill/>
          </a:ln>
        </p:spPr>
        <p:txBody>
          <a:bodyPr vert="horz"/>
          <a:lstStyle>
            <a:lvl1pPr marL="0" indent="0">
              <a:buNone/>
              <a:defRPr sz="4000">
                <a:latin typeface="Arial"/>
                <a:cs typeface="Arial"/>
              </a:defRPr>
            </a:lvl1pPr>
          </a:lstStyle>
          <a:p>
            <a:r>
              <a:rPr lang="de-DE" dirty="0"/>
              <a:t>Diagramm</a:t>
            </a:r>
          </a:p>
        </p:txBody>
      </p:sp>
      <p:sp>
        <p:nvSpPr>
          <p:cNvPr id="37" name="Textplatzhalter 36"/>
          <p:cNvSpPr>
            <a:spLocks noGrp="1"/>
          </p:cNvSpPr>
          <p:nvPr>
            <p:ph type="body" sz="quarter" idx="51" hasCustomPrompt="1"/>
          </p:nvPr>
        </p:nvSpPr>
        <p:spPr>
          <a:xfrm>
            <a:off x="1366838" y="5019651"/>
            <a:ext cx="27538362" cy="873128"/>
          </a:xfrm>
          <a:prstGeom prst="rect">
            <a:avLst/>
          </a:prstGeom>
        </p:spPr>
        <p:txBody>
          <a:bodyPr vert="horz"/>
          <a:lstStyle>
            <a:lvl1pPr marL="0" marR="0" indent="0" algn="l" defTabSz="2088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4000" b="0" i="0">
                <a:solidFill>
                  <a:schemeClr val="bg1"/>
                </a:solidFill>
                <a:latin typeface="Arial"/>
              </a:defRPr>
            </a:lvl1pPr>
            <a:lvl2pPr>
              <a:defRPr sz="4000">
                <a:latin typeface="Arial"/>
              </a:defRPr>
            </a:lvl2pPr>
            <a:lvl3pPr>
              <a:defRPr sz="4000">
                <a:latin typeface="Arial"/>
              </a:defRPr>
            </a:lvl3pPr>
            <a:lvl4pPr>
              <a:defRPr sz="4000">
                <a:latin typeface="Arial"/>
              </a:defRPr>
            </a:lvl4pPr>
            <a:lvl5pPr>
              <a:defRPr sz="4000">
                <a:latin typeface="Arial"/>
              </a:defRPr>
            </a:lvl5pPr>
          </a:lstStyle>
          <a:p>
            <a:pPr marL="0" marR="0" lvl="0" indent="0" algn="l" defTabSz="2088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de-DE" sz="4000" cap="none" dirty="0" err="1"/>
              <a:t>Subline</a:t>
            </a:r>
            <a:r>
              <a:rPr lang="de-DE" sz="4000" cap="none" dirty="0"/>
              <a:t> </a:t>
            </a:r>
            <a:r>
              <a:rPr lang="de-DE" sz="4000" cap="none" dirty="0" err="1"/>
              <a:t>Subline</a:t>
            </a:r>
            <a:r>
              <a:rPr lang="de-DE" sz="4000" cap="none" dirty="0"/>
              <a:t> </a:t>
            </a:r>
            <a:r>
              <a:rPr lang="de-DE" sz="4000" cap="none" dirty="0" err="1"/>
              <a:t>Subline</a:t>
            </a:r>
            <a:r>
              <a:rPr lang="de-DE" sz="4000" cap="none" dirty="0"/>
              <a:t> </a:t>
            </a:r>
            <a:r>
              <a:rPr lang="de-DE" sz="4000" cap="none" dirty="0" err="1"/>
              <a:t>Subline</a:t>
            </a:r>
            <a:r>
              <a:rPr lang="de-DE" sz="4000" cap="none" dirty="0"/>
              <a:t> </a:t>
            </a:r>
            <a:r>
              <a:rPr lang="de-DE" sz="4000" cap="none" dirty="0" err="1"/>
              <a:t>Subline</a:t>
            </a:r>
            <a:r>
              <a:rPr lang="de-DE" sz="4000" cap="none" dirty="0"/>
              <a:t> </a:t>
            </a:r>
            <a:r>
              <a:rPr lang="de-DE" sz="4000" cap="none" dirty="0" err="1"/>
              <a:t>Subline</a:t>
            </a:r>
            <a:r>
              <a:rPr lang="de-DE" sz="4000" cap="none" dirty="0"/>
              <a:t> </a:t>
            </a:r>
            <a:r>
              <a:rPr lang="de-DE" sz="4000" cap="none" dirty="0" err="1"/>
              <a:t>Subline</a:t>
            </a:r>
            <a:r>
              <a:rPr lang="de-DE" sz="4000" cap="none" dirty="0"/>
              <a:t> </a:t>
            </a:r>
          </a:p>
          <a:p>
            <a:pPr marL="0" marR="0" lvl="0" indent="0" algn="l" defTabSz="2088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lang="de-DE" sz="4000" cap="none" dirty="0"/>
          </a:p>
        </p:txBody>
      </p:sp>
      <p:sp>
        <p:nvSpPr>
          <p:cNvPr id="45" name="Textplatzhalter 16"/>
          <p:cNvSpPr>
            <a:spLocks noGrp="1"/>
          </p:cNvSpPr>
          <p:nvPr>
            <p:ph type="body" sz="quarter" idx="52" hasCustomPrompt="1"/>
          </p:nvPr>
        </p:nvSpPr>
        <p:spPr>
          <a:xfrm>
            <a:off x="1368427" y="38585562"/>
            <a:ext cx="8747554" cy="5960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Hier steht ggf. eine Bildunterschrift oder Erklärung zum Kasten darüber.</a:t>
            </a:r>
          </a:p>
        </p:txBody>
      </p:sp>
      <p:sp>
        <p:nvSpPr>
          <p:cNvPr id="46" name="Textplatzhalter 16"/>
          <p:cNvSpPr>
            <a:spLocks noGrp="1"/>
          </p:cNvSpPr>
          <p:nvPr>
            <p:ph type="body" sz="quarter" idx="53" hasCustomPrompt="1"/>
          </p:nvPr>
        </p:nvSpPr>
        <p:spPr>
          <a:xfrm>
            <a:off x="19929472" y="38578508"/>
            <a:ext cx="8893177" cy="5960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Hier steht ggf. eine Bildunterschrift oder Erklärung zum Kasten darüber.</a:t>
            </a:r>
          </a:p>
        </p:txBody>
      </p:sp>
      <p:sp>
        <p:nvSpPr>
          <p:cNvPr id="47" name="Textplatzhalter 16"/>
          <p:cNvSpPr>
            <a:spLocks noGrp="1"/>
          </p:cNvSpPr>
          <p:nvPr>
            <p:ph type="body" sz="quarter" idx="54" hasCustomPrompt="1"/>
          </p:nvPr>
        </p:nvSpPr>
        <p:spPr>
          <a:xfrm>
            <a:off x="15646218" y="31982431"/>
            <a:ext cx="8747554" cy="5960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Hier steht ggf. eine Bildunterschrift oder Erklärung zum Kasten darüber.</a:t>
            </a:r>
          </a:p>
        </p:txBody>
      </p:sp>
      <p:sp>
        <p:nvSpPr>
          <p:cNvPr id="48" name="Textplatzhalter 16"/>
          <p:cNvSpPr>
            <a:spLocks noGrp="1"/>
          </p:cNvSpPr>
          <p:nvPr>
            <p:ph type="body" sz="quarter" idx="55" hasCustomPrompt="1"/>
          </p:nvPr>
        </p:nvSpPr>
        <p:spPr>
          <a:xfrm>
            <a:off x="1524017" y="22887227"/>
            <a:ext cx="8733799" cy="5960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Hier steht ggf. eine Bildunterschrift oder Erklärung zum Kasten darüber.</a:t>
            </a:r>
          </a:p>
        </p:txBody>
      </p:sp>
      <p:sp>
        <p:nvSpPr>
          <p:cNvPr id="49" name="Textplatzhalter 16"/>
          <p:cNvSpPr>
            <a:spLocks noGrp="1"/>
          </p:cNvSpPr>
          <p:nvPr>
            <p:ph type="body" sz="quarter" idx="56" hasCustomPrompt="1"/>
          </p:nvPr>
        </p:nvSpPr>
        <p:spPr>
          <a:xfrm>
            <a:off x="10754299" y="22887227"/>
            <a:ext cx="8711118" cy="5960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Hier steht ggf. eine Bildunterschrift oder Erklärung zum Kasten darüber.</a:t>
            </a:r>
          </a:p>
        </p:txBody>
      </p:sp>
      <p:sp>
        <p:nvSpPr>
          <p:cNvPr id="50" name="Textplatzhalter 16"/>
          <p:cNvSpPr>
            <a:spLocks noGrp="1"/>
          </p:cNvSpPr>
          <p:nvPr>
            <p:ph type="body" sz="quarter" idx="57" hasCustomPrompt="1"/>
          </p:nvPr>
        </p:nvSpPr>
        <p:spPr>
          <a:xfrm>
            <a:off x="19929472" y="22887227"/>
            <a:ext cx="8737585" cy="5960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Hier steht ggf. eine Bildunterschrift oder Erklärung zum Kasten darüber.</a:t>
            </a:r>
          </a:p>
        </p:txBody>
      </p:sp>
      <p:sp>
        <p:nvSpPr>
          <p:cNvPr id="51" name="Textplatzhalter 16"/>
          <p:cNvSpPr>
            <a:spLocks noGrp="1"/>
          </p:cNvSpPr>
          <p:nvPr>
            <p:ph type="body" sz="quarter" idx="58" hasCustomPrompt="1"/>
          </p:nvPr>
        </p:nvSpPr>
        <p:spPr>
          <a:xfrm>
            <a:off x="15701319" y="14235437"/>
            <a:ext cx="8747554" cy="5960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Hier steht ggf. eine Bildunterschrift oder Erklärung zum Kasten darüber.</a:t>
            </a:r>
          </a:p>
        </p:txBody>
      </p:sp>
      <p:cxnSp>
        <p:nvCxnSpPr>
          <p:cNvPr id="32" name="Gerade Verbindung 31"/>
          <p:cNvCxnSpPr/>
          <p:nvPr userDrawn="1"/>
        </p:nvCxnSpPr>
        <p:spPr>
          <a:xfrm>
            <a:off x="1366835" y="32991952"/>
            <a:ext cx="27455815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Gerade Verbindung 32"/>
          <p:cNvCxnSpPr/>
          <p:nvPr userDrawn="1"/>
        </p:nvCxnSpPr>
        <p:spPr>
          <a:xfrm>
            <a:off x="1327150" y="23868831"/>
            <a:ext cx="27455815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Gerade Verbindung 33"/>
          <p:cNvCxnSpPr/>
          <p:nvPr userDrawn="1"/>
        </p:nvCxnSpPr>
        <p:spPr>
          <a:xfrm>
            <a:off x="1327150" y="15204712"/>
            <a:ext cx="27455815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platzhalter 16"/>
          <p:cNvSpPr>
            <a:spLocks noGrp="1"/>
          </p:cNvSpPr>
          <p:nvPr>
            <p:ph type="body" sz="quarter" idx="14" hasCustomPrompt="1"/>
          </p:nvPr>
        </p:nvSpPr>
        <p:spPr>
          <a:xfrm>
            <a:off x="1327151" y="39839858"/>
            <a:ext cx="27536774" cy="5960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Fußzeilen werden u.a. gerne für weitere Verweise wie Links benutzt.</a:t>
            </a:r>
          </a:p>
        </p:txBody>
      </p:sp>
      <p:cxnSp>
        <p:nvCxnSpPr>
          <p:cNvPr id="69" name="Gerade Verbindung 68"/>
          <p:cNvCxnSpPr/>
          <p:nvPr userDrawn="1"/>
        </p:nvCxnSpPr>
        <p:spPr>
          <a:xfrm>
            <a:off x="1366835" y="39565583"/>
            <a:ext cx="27455815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SmartArt-Platzhalter 26"/>
          <p:cNvSpPr>
            <a:spLocks noGrp="1"/>
          </p:cNvSpPr>
          <p:nvPr>
            <p:ph type="dgm" sz="quarter" idx="60" hasCustomPrompt="1"/>
          </p:nvPr>
        </p:nvSpPr>
        <p:spPr>
          <a:xfrm>
            <a:off x="1327150" y="40932253"/>
            <a:ext cx="4103999" cy="1188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vert="horz"/>
          <a:lstStyle>
            <a:lvl1pPr marL="0" indent="0">
              <a:buNone/>
              <a:defRPr sz="4000"/>
            </a:lvl1pPr>
          </a:lstStyle>
          <a:p>
            <a:r>
              <a:rPr lang="de-DE" dirty="0"/>
              <a:t>Partnerlogo</a:t>
            </a:r>
          </a:p>
        </p:txBody>
      </p:sp>
      <p:sp>
        <p:nvSpPr>
          <p:cNvPr id="71" name="SmartArt-Platzhalter 26"/>
          <p:cNvSpPr>
            <a:spLocks noGrp="1"/>
          </p:cNvSpPr>
          <p:nvPr>
            <p:ph type="dgm" sz="quarter" idx="61" hasCustomPrompt="1"/>
          </p:nvPr>
        </p:nvSpPr>
        <p:spPr>
          <a:xfrm>
            <a:off x="6005450" y="40932253"/>
            <a:ext cx="4103999" cy="1188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vert="horz"/>
          <a:lstStyle>
            <a:lvl1pPr marL="0" indent="0">
              <a:buNone/>
              <a:defRPr sz="4000"/>
            </a:lvl1pPr>
          </a:lstStyle>
          <a:p>
            <a:r>
              <a:rPr lang="de-DE" dirty="0"/>
              <a:t>Partnerlogo</a:t>
            </a:r>
          </a:p>
        </p:txBody>
      </p:sp>
      <p:sp>
        <p:nvSpPr>
          <p:cNvPr id="72" name="SmartArt-Platzhalter 26"/>
          <p:cNvSpPr>
            <a:spLocks noGrp="1"/>
          </p:cNvSpPr>
          <p:nvPr>
            <p:ph type="dgm" sz="quarter" idx="62" hasCustomPrompt="1"/>
          </p:nvPr>
        </p:nvSpPr>
        <p:spPr>
          <a:xfrm>
            <a:off x="10683750" y="40932253"/>
            <a:ext cx="4103999" cy="1188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vert="horz"/>
          <a:lstStyle>
            <a:lvl1pPr marL="0" indent="0">
              <a:buNone/>
              <a:defRPr sz="4000"/>
            </a:lvl1pPr>
          </a:lstStyle>
          <a:p>
            <a:r>
              <a:rPr lang="de-DE" dirty="0"/>
              <a:t>Partnerlogo</a:t>
            </a:r>
          </a:p>
        </p:txBody>
      </p:sp>
      <p:sp>
        <p:nvSpPr>
          <p:cNvPr id="73" name="SmartArt-Platzhalter 26"/>
          <p:cNvSpPr>
            <a:spLocks noGrp="1"/>
          </p:cNvSpPr>
          <p:nvPr>
            <p:ph type="dgm" sz="quarter" idx="63" hasCustomPrompt="1"/>
          </p:nvPr>
        </p:nvSpPr>
        <p:spPr>
          <a:xfrm>
            <a:off x="15362050" y="40932253"/>
            <a:ext cx="4103999" cy="1188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vert="horz"/>
          <a:lstStyle>
            <a:lvl1pPr marL="0" indent="0">
              <a:buNone/>
              <a:defRPr sz="4000"/>
            </a:lvl1pPr>
          </a:lstStyle>
          <a:p>
            <a:r>
              <a:rPr lang="de-DE" dirty="0"/>
              <a:t>Partnerlogo</a:t>
            </a:r>
          </a:p>
        </p:txBody>
      </p:sp>
      <p:sp>
        <p:nvSpPr>
          <p:cNvPr id="74" name="SmartArt-Platzhalter 26"/>
          <p:cNvSpPr>
            <a:spLocks noGrp="1"/>
          </p:cNvSpPr>
          <p:nvPr>
            <p:ph type="dgm" sz="quarter" idx="64" hasCustomPrompt="1"/>
          </p:nvPr>
        </p:nvSpPr>
        <p:spPr>
          <a:xfrm>
            <a:off x="20040350" y="40932253"/>
            <a:ext cx="4103999" cy="1188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vert="horz"/>
          <a:lstStyle>
            <a:lvl1pPr marL="0" indent="0">
              <a:buNone/>
              <a:defRPr sz="4000"/>
            </a:lvl1pPr>
          </a:lstStyle>
          <a:p>
            <a:r>
              <a:rPr lang="de-DE" dirty="0"/>
              <a:t>Partnerlogo</a:t>
            </a:r>
          </a:p>
        </p:txBody>
      </p:sp>
      <p:sp>
        <p:nvSpPr>
          <p:cNvPr id="75" name="SmartArt-Platzhalter 26"/>
          <p:cNvSpPr>
            <a:spLocks noGrp="1"/>
          </p:cNvSpPr>
          <p:nvPr>
            <p:ph type="dgm" sz="quarter" idx="65" hasCustomPrompt="1"/>
          </p:nvPr>
        </p:nvSpPr>
        <p:spPr>
          <a:xfrm>
            <a:off x="24718651" y="40932253"/>
            <a:ext cx="4103999" cy="1188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vert="horz"/>
          <a:lstStyle>
            <a:lvl1pPr marL="0" indent="0">
              <a:buNone/>
              <a:defRPr sz="4000"/>
            </a:lvl1pPr>
          </a:lstStyle>
          <a:p>
            <a:r>
              <a:rPr lang="de-DE" dirty="0"/>
              <a:t>Partnerlogo</a:t>
            </a:r>
          </a:p>
        </p:txBody>
      </p:sp>
    </p:spTree>
    <p:extLst>
      <p:ext uri="{BB962C8B-B14F-4D97-AF65-F5344CB8AC3E}">
        <p14:creationId xmlns:p14="http://schemas.microsoft.com/office/powerpoint/2010/main" val="1181135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hne Partner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 userDrawn="1"/>
        </p:nvSpPr>
        <p:spPr>
          <a:xfrm>
            <a:off x="1327150" y="16686722"/>
            <a:ext cx="27495499" cy="6796561"/>
          </a:xfrm>
          <a:prstGeom prst="rect">
            <a:avLst/>
          </a:prstGeom>
          <a:solidFill>
            <a:srgbClr val="0D3D88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4" name="Rechteck 53"/>
          <p:cNvSpPr/>
          <p:nvPr userDrawn="1"/>
        </p:nvSpPr>
        <p:spPr>
          <a:xfrm>
            <a:off x="1327150" y="5892778"/>
            <a:ext cx="28948062" cy="492549"/>
          </a:xfrm>
          <a:prstGeom prst="rect">
            <a:avLst/>
          </a:prstGeom>
          <a:gradFill flip="none" rotWithShape="1">
            <a:gsLst>
              <a:gs pos="0">
                <a:srgbClr val="162957">
                  <a:alpha val="60000"/>
                </a:srgbClr>
              </a:gs>
              <a:gs pos="100000">
                <a:srgbClr val="0069B5">
                  <a:alpha val="50000"/>
                </a:srgbClr>
              </a:gs>
            </a:gsLst>
            <a:lin ang="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eck 2"/>
          <p:cNvSpPr/>
          <p:nvPr userDrawn="1"/>
        </p:nvSpPr>
        <p:spPr>
          <a:xfrm>
            <a:off x="-1" y="4835503"/>
            <a:ext cx="30275213" cy="1057275"/>
          </a:xfrm>
          <a:prstGeom prst="rect">
            <a:avLst/>
          </a:prstGeom>
          <a:gradFill flip="none" rotWithShape="1">
            <a:gsLst>
              <a:gs pos="0">
                <a:srgbClr val="162957"/>
              </a:gs>
              <a:gs pos="100000">
                <a:srgbClr val="0069B5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itel 1"/>
          <p:cNvSpPr>
            <a:spLocks noGrp="1"/>
          </p:cNvSpPr>
          <p:nvPr>
            <p:ph type="ctrTitle" hasCustomPrompt="1"/>
          </p:nvPr>
        </p:nvSpPr>
        <p:spPr>
          <a:xfrm>
            <a:off x="1350131" y="2279489"/>
            <a:ext cx="13217526" cy="20937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6000" b="1" cap="all" spc="300" baseline="0">
                <a:solidFill>
                  <a:srgbClr val="0E3F8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HEADLINE HEADLINE HEADLINE HEADLINE</a:t>
            </a:r>
          </a:p>
        </p:txBody>
      </p:sp>
      <p:sp>
        <p:nvSpPr>
          <p:cNvPr id="29" name="Textplatzhalter 10"/>
          <p:cNvSpPr>
            <a:spLocks noGrp="1"/>
          </p:cNvSpPr>
          <p:nvPr>
            <p:ph type="body" sz="quarter" idx="19" hasCustomPrompt="1"/>
          </p:nvPr>
        </p:nvSpPr>
        <p:spPr>
          <a:xfrm>
            <a:off x="1366836" y="5855818"/>
            <a:ext cx="19779773" cy="52950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0" i="0" cap="none" spc="10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Max Mustermann, Martina Musterfrau</a:t>
            </a:r>
          </a:p>
        </p:txBody>
      </p:sp>
      <p:sp>
        <p:nvSpPr>
          <p:cNvPr id="17" name="Textplatzhalter 16"/>
          <p:cNvSpPr>
            <a:spLocks noGrp="1"/>
          </p:cNvSpPr>
          <p:nvPr>
            <p:ph type="body" sz="quarter" idx="14" hasCustomPrompt="1"/>
          </p:nvPr>
        </p:nvSpPr>
        <p:spPr>
          <a:xfrm>
            <a:off x="1411817" y="41857017"/>
            <a:ext cx="27536774" cy="5960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Fußzeilen werden u.a. gerne für weitere Verweise wie Links benutzt.</a:t>
            </a:r>
          </a:p>
        </p:txBody>
      </p:sp>
      <p:sp>
        <p:nvSpPr>
          <p:cNvPr id="20" name="Textplatzhalter 10"/>
          <p:cNvSpPr>
            <a:spLocks noGrp="1"/>
          </p:cNvSpPr>
          <p:nvPr>
            <p:ph type="body" sz="quarter" idx="30" hasCustomPrompt="1"/>
          </p:nvPr>
        </p:nvSpPr>
        <p:spPr>
          <a:xfrm>
            <a:off x="1366835" y="7817806"/>
            <a:ext cx="13217705" cy="9159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="0" i="0" cap="all" spc="100" baseline="0">
                <a:solidFill>
                  <a:srgbClr val="0E3F8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Headline</a:t>
            </a:r>
          </a:p>
        </p:txBody>
      </p:sp>
      <p:sp>
        <p:nvSpPr>
          <p:cNvPr id="23" name="Textplatzhalter 10"/>
          <p:cNvSpPr>
            <a:spLocks noGrp="1"/>
          </p:cNvSpPr>
          <p:nvPr>
            <p:ph type="body" sz="quarter" idx="31" hasCustomPrompt="1"/>
          </p:nvPr>
        </p:nvSpPr>
        <p:spPr>
          <a:xfrm>
            <a:off x="15687495" y="7817806"/>
            <a:ext cx="13217705" cy="9159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="0" i="0" cap="all" spc="100" baseline="0">
                <a:solidFill>
                  <a:srgbClr val="0E3F8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Headline</a:t>
            </a:r>
          </a:p>
        </p:txBody>
      </p:sp>
      <p:sp>
        <p:nvSpPr>
          <p:cNvPr id="24" name="Tabellenplatzhalter 23"/>
          <p:cNvSpPr>
            <a:spLocks noGrp="1"/>
          </p:cNvSpPr>
          <p:nvPr>
            <p:ph type="tbl" sz="quarter" idx="33"/>
          </p:nvPr>
        </p:nvSpPr>
        <p:spPr>
          <a:xfrm>
            <a:off x="15687675" y="8776742"/>
            <a:ext cx="13217525" cy="5458695"/>
          </a:xfrm>
          <a:prstGeom prst="rect">
            <a:avLst/>
          </a:prstGeom>
          <a:ln>
            <a:noFill/>
          </a:ln>
        </p:spPr>
        <p:txBody>
          <a:bodyPr vert="horz"/>
          <a:lstStyle>
            <a:lvl1pPr marL="0" indent="0">
              <a:buNone/>
              <a:defRPr sz="4000">
                <a:latin typeface="Arial"/>
                <a:cs typeface="Arial"/>
              </a:defRPr>
            </a:lvl1pPr>
          </a:lstStyle>
          <a:p>
            <a:endParaRPr lang="de-DE" dirty="0"/>
          </a:p>
        </p:txBody>
      </p:sp>
      <p:sp>
        <p:nvSpPr>
          <p:cNvPr id="31" name="Textplatzhalter 10"/>
          <p:cNvSpPr>
            <a:spLocks noGrp="1"/>
          </p:cNvSpPr>
          <p:nvPr>
            <p:ph type="body" sz="quarter" idx="34" hasCustomPrompt="1"/>
          </p:nvPr>
        </p:nvSpPr>
        <p:spPr>
          <a:xfrm>
            <a:off x="1366839" y="15770735"/>
            <a:ext cx="13217705" cy="9159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="0" i="0" cap="all" spc="100" baseline="0">
                <a:solidFill>
                  <a:srgbClr val="0E3F8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Headline</a:t>
            </a:r>
          </a:p>
        </p:txBody>
      </p:sp>
      <p:sp>
        <p:nvSpPr>
          <p:cNvPr id="39" name="SmartArt-Platzhalter 26"/>
          <p:cNvSpPr>
            <a:spLocks noGrp="1"/>
          </p:cNvSpPr>
          <p:nvPr>
            <p:ph type="dgm" sz="quarter" idx="37" hasCustomPrompt="1"/>
          </p:nvPr>
        </p:nvSpPr>
        <p:spPr>
          <a:xfrm>
            <a:off x="1524018" y="16917245"/>
            <a:ext cx="8733798" cy="5957762"/>
          </a:xfrm>
          <a:prstGeom prst="rect">
            <a:avLst/>
          </a:prstGeom>
          <a:ln>
            <a:noFill/>
          </a:ln>
        </p:spPr>
        <p:txBody>
          <a:bodyPr vert="horz"/>
          <a:lstStyle>
            <a:lvl1pPr marL="0" indent="0">
              <a:buNone/>
              <a:defRPr sz="4000"/>
            </a:lvl1pPr>
          </a:lstStyle>
          <a:p>
            <a:r>
              <a:rPr lang="de-DE" dirty="0"/>
              <a:t>Grafik</a:t>
            </a:r>
          </a:p>
        </p:txBody>
      </p:sp>
      <p:sp>
        <p:nvSpPr>
          <p:cNvPr id="40" name="SmartArt-Platzhalter 26"/>
          <p:cNvSpPr>
            <a:spLocks noGrp="1"/>
          </p:cNvSpPr>
          <p:nvPr>
            <p:ph type="dgm" sz="quarter" idx="38" hasCustomPrompt="1"/>
          </p:nvPr>
        </p:nvSpPr>
        <p:spPr>
          <a:xfrm>
            <a:off x="19929472" y="16917245"/>
            <a:ext cx="8737585" cy="5957762"/>
          </a:xfrm>
          <a:prstGeom prst="rect">
            <a:avLst/>
          </a:prstGeom>
          <a:ln>
            <a:noFill/>
          </a:ln>
        </p:spPr>
        <p:txBody>
          <a:bodyPr vert="horz"/>
          <a:lstStyle>
            <a:lvl1pPr marL="0" indent="0">
              <a:buNone/>
              <a:defRPr sz="4000"/>
            </a:lvl1pPr>
          </a:lstStyle>
          <a:p>
            <a:r>
              <a:rPr lang="de-DE" dirty="0"/>
              <a:t>Grafik</a:t>
            </a:r>
          </a:p>
        </p:txBody>
      </p:sp>
      <p:sp>
        <p:nvSpPr>
          <p:cNvPr id="41" name="Textplatzhalter 10"/>
          <p:cNvSpPr>
            <a:spLocks noGrp="1"/>
          </p:cNvSpPr>
          <p:nvPr>
            <p:ph type="body" sz="quarter" idx="39" hasCustomPrompt="1"/>
          </p:nvPr>
        </p:nvSpPr>
        <p:spPr>
          <a:xfrm>
            <a:off x="1366835" y="24423861"/>
            <a:ext cx="13217705" cy="9159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="0" i="0" cap="all" spc="100" baseline="0">
                <a:solidFill>
                  <a:srgbClr val="0E3F8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Headline</a:t>
            </a:r>
          </a:p>
        </p:txBody>
      </p:sp>
      <p:sp>
        <p:nvSpPr>
          <p:cNvPr id="18" name="Textplatzhalter 10"/>
          <p:cNvSpPr>
            <a:spLocks noGrp="1"/>
          </p:cNvSpPr>
          <p:nvPr>
            <p:ph type="body" sz="quarter" idx="41" hasCustomPrompt="1"/>
          </p:nvPr>
        </p:nvSpPr>
        <p:spPr>
          <a:xfrm>
            <a:off x="15646219" y="24423861"/>
            <a:ext cx="13217705" cy="9159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="0" i="0" cap="all" spc="100" baseline="0">
                <a:solidFill>
                  <a:srgbClr val="0E3F8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Headline</a:t>
            </a:r>
          </a:p>
        </p:txBody>
      </p:sp>
      <p:sp>
        <p:nvSpPr>
          <p:cNvPr id="25" name="Textplatzhalter 10"/>
          <p:cNvSpPr>
            <a:spLocks noGrp="1"/>
          </p:cNvSpPr>
          <p:nvPr>
            <p:ph type="body" sz="quarter" idx="43" hasCustomPrompt="1"/>
          </p:nvPr>
        </p:nvSpPr>
        <p:spPr>
          <a:xfrm>
            <a:off x="1366835" y="33538107"/>
            <a:ext cx="13217705" cy="9159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="0" i="0" cap="all" spc="100" baseline="0">
                <a:solidFill>
                  <a:srgbClr val="0E3F8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Headline</a:t>
            </a:r>
          </a:p>
        </p:txBody>
      </p:sp>
      <p:sp>
        <p:nvSpPr>
          <p:cNvPr id="27" name="Tabellenplatzhalter 23"/>
          <p:cNvSpPr>
            <a:spLocks noGrp="1"/>
          </p:cNvSpPr>
          <p:nvPr>
            <p:ph type="tbl" sz="quarter" idx="44"/>
          </p:nvPr>
        </p:nvSpPr>
        <p:spPr>
          <a:xfrm>
            <a:off x="1350131" y="34454094"/>
            <a:ext cx="18122988" cy="6135939"/>
          </a:xfrm>
          <a:prstGeom prst="rect">
            <a:avLst/>
          </a:prstGeom>
          <a:ln>
            <a:noFill/>
          </a:ln>
        </p:spPr>
        <p:txBody>
          <a:bodyPr vert="horz"/>
          <a:lstStyle>
            <a:lvl1pPr marL="0" indent="0">
              <a:buNone/>
              <a:defRPr sz="4000">
                <a:latin typeface="Arial"/>
                <a:cs typeface="Arial"/>
              </a:defRPr>
            </a:lvl1pPr>
          </a:lstStyle>
          <a:p>
            <a:endParaRPr lang="de-DE" dirty="0"/>
          </a:p>
        </p:txBody>
      </p:sp>
      <p:sp>
        <p:nvSpPr>
          <p:cNvPr id="4" name="Bildplatzhalter 3"/>
          <p:cNvSpPr>
            <a:spLocks noGrp="1"/>
          </p:cNvSpPr>
          <p:nvPr>
            <p:ph type="pic" sz="quarter" idx="45"/>
          </p:nvPr>
        </p:nvSpPr>
        <p:spPr>
          <a:xfrm>
            <a:off x="19929472" y="34453418"/>
            <a:ext cx="8934452" cy="6137275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4000"/>
            </a:lvl1pPr>
          </a:lstStyle>
          <a:p>
            <a:r>
              <a:rPr lang="de-DE" dirty="0"/>
              <a:t>Bild</a:t>
            </a:r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46" hasCustomPrompt="1"/>
          </p:nvPr>
        </p:nvSpPr>
        <p:spPr>
          <a:xfrm>
            <a:off x="1350132" y="8776743"/>
            <a:ext cx="13234232" cy="5458694"/>
          </a:xfrm>
          <a:prstGeom prst="rect">
            <a:avLst/>
          </a:prstGeom>
          <a:ln>
            <a:noFill/>
          </a:ln>
        </p:spPr>
        <p:txBody>
          <a:bodyPr vert="horz"/>
          <a:lstStyle>
            <a:lvl1pPr marL="0" marR="0" indent="0" algn="l" defTabSz="2088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500" baseline="0">
                <a:latin typeface="Arial"/>
              </a:defRPr>
            </a:lvl1pPr>
            <a:lvl2pPr>
              <a:defRPr sz="2500" baseline="0">
                <a:latin typeface="Arial"/>
              </a:defRPr>
            </a:lvl2pPr>
            <a:lvl3pPr>
              <a:defRPr sz="2500" baseline="0">
                <a:latin typeface="Arial"/>
              </a:defRPr>
            </a:lvl3pPr>
            <a:lvl4pPr>
              <a:defRPr sz="2500" baseline="0">
                <a:latin typeface="Arial"/>
              </a:defRPr>
            </a:lvl4pPr>
            <a:lvl5pPr>
              <a:defRPr sz="2500" baseline="0">
                <a:latin typeface="Arial"/>
              </a:defRPr>
            </a:lvl5pPr>
          </a:lstStyle>
          <a:p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Lorem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ipsum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dolor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sit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amet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consectetuer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adipiscing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elit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.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Aenean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commodo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ligula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eget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dolor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.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Aenean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massa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. Cum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sociis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natoque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penatibus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et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magnis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dis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parturient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montes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nascetur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ridiculus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mus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.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Donec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quam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felis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ultricies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nec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pellentesque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eu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pretium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quis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sem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.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Donec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pede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justo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fringilla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vel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aliquet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nec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vulputate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evulputate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get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arcu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. In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enim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justo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rhoncus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ut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imperdiet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a,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venenatis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vitae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justo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.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Nullam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dictum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felis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eu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pede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mollis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pretium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. Integer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tincidunt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.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Cras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dapibus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.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Vivamus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elementum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semper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nisi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.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Aenean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vulputate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eleifend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tellus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.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Vivamus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elementum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semper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nisi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.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Aenean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vulputate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eleifend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tellus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.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Aenean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elementum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. </a:t>
            </a:r>
          </a:p>
          <a:p>
            <a:endParaRPr lang="de-DE" sz="2500" b="0" i="0" u="none" strike="noStrike" dirty="0">
              <a:effectLst/>
              <a:latin typeface="Arial"/>
              <a:cs typeface="Arial"/>
            </a:endParaRPr>
          </a:p>
          <a:p>
            <a:pPr marL="0" marR="0" indent="0" algn="l" defTabSz="2088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Lorem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ipsum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dolor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sit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amet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consectetuer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adipiscing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elit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.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Aenean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commodo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ligula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eget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dolor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.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Aenean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massa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. Cum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sociis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natoque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penatibus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et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magnis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dis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parturient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montes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nascetur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ridiculus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mus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.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Donec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quam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felis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ultricies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nec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pellentesque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eu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pretium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quis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sem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.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Donec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pede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justo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fringilla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vel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aliquet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nec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vulputate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evulputate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get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arcu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. In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enim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justo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rhoncus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ut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imperdiet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a,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venenatis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vitae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justo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.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Nullam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dictum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felis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eu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pede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mollis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pretium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. Integer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tincidunt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.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Cras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dapibus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. </a:t>
            </a:r>
            <a:endParaRPr lang="de-DE" dirty="0"/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47" hasCustomPrompt="1"/>
          </p:nvPr>
        </p:nvSpPr>
        <p:spPr>
          <a:xfrm>
            <a:off x="1367020" y="25340073"/>
            <a:ext cx="13217524" cy="6642358"/>
          </a:xfrm>
          <a:prstGeom prst="rect">
            <a:avLst/>
          </a:prstGeom>
          <a:ln>
            <a:noFill/>
          </a:ln>
        </p:spPr>
        <p:txBody>
          <a:bodyPr vert="horz"/>
          <a:lstStyle>
            <a:lvl1pPr marL="342900" marR="0" indent="-342900" algn="l" defTabSz="2088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0E3F8E"/>
              </a:buClr>
              <a:buSzPct val="80000"/>
              <a:buFont typeface="Lucida Grande"/>
              <a:buChar char="&gt;"/>
              <a:tabLst/>
              <a:defRPr sz="2500">
                <a:latin typeface="Arial"/>
              </a:defRPr>
            </a:lvl1pPr>
            <a:lvl2pPr>
              <a:defRPr sz="2500">
                <a:latin typeface="Arial"/>
              </a:defRPr>
            </a:lvl2pPr>
            <a:lvl3pPr>
              <a:defRPr sz="2500">
                <a:latin typeface="Arial"/>
              </a:defRPr>
            </a:lvl3pPr>
            <a:lvl4pPr>
              <a:defRPr sz="2500">
                <a:latin typeface="Arial"/>
              </a:defRPr>
            </a:lvl4pPr>
            <a:lvl5pPr>
              <a:defRPr sz="2500">
                <a:latin typeface="Arial"/>
              </a:defRPr>
            </a:lvl5pPr>
          </a:lstStyle>
          <a:p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Lorem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ipsum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dolor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sit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amet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consectetuer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adipiscing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Lorem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ipsum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dolor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sit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amet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consectetuer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adipiscing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</a:p>
          <a:p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Lorem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ipsum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dolor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sit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amet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consectetuer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adipiscing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</a:p>
          <a:p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Lorem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ipsum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dolor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sit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amet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consectetuer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adipiscing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</a:p>
          <a:p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Lorem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ipsum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dolor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sit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amet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consectetuer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adipiscing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</a:p>
          <a:p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Lorem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ipsum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dolor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sit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amet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consectetuer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adipiscing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Lorem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ipsum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dolor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sit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amet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consectetuer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adipiscing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</a:p>
          <a:p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Lorem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ipsum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dolor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sit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amet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consectetuer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adipiscing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Lorem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ipsum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dolor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sit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amet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consectetuer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adipiscing</a:t>
            </a:r>
            <a:endParaRPr lang="de-DE" sz="2500" b="0" i="0" u="none" strike="noStrike" dirty="0">
              <a:effectLst/>
              <a:latin typeface="Arial"/>
              <a:cs typeface="Arial"/>
            </a:endParaRPr>
          </a:p>
          <a:p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Lorem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ipsum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dolor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sit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amet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consectetuer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adipiscing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</a:p>
          <a:p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Lorem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ipsum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dolor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sit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amet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consectetuer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adipiscing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</a:p>
          <a:p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Lorem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ipsum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dolor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sit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amet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consectetuer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adipiscing</a:t>
            </a:r>
            <a:endParaRPr lang="de-DE" sz="2500" b="0" i="0" u="none" strike="noStrike" dirty="0">
              <a:effectLst/>
              <a:latin typeface="Arial"/>
              <a:cs typeface="Arial"/>
            </a:endParaRPr>
          </a:p>
          <a:p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Lorem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ipsum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dolor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sit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amet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consectetuer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adipiscing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Lorem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ipsum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dolor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sit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amet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consectetuer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adipiscing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</a:p>
        </p:txBody>
      </p:sp>
      <p:sp>
        <p:nvSpPr>
          <p:cNvPr id="43" name="Diagrammplatzhalter 31"/>
          <p:cNvSpPr>
            <a:spLocks noGrp="1"/>
          </p:cNvSpPr>
          <p:nvPr>
            <p:ph type="chart" sz="quarter" idx="49"/>
          </p:nvPr>
        </p:nvSpPr>
        <p:spPr>
          <a:xfrm>
            <a:off x="10721871" y="16917035"/>
            <a:ext cx="8743546" cy="5957762"/>
          </a:xfrm>
          <a:prstGeom prst="rect">
            <a:avLst/>
          </a:prstGeom>
          <a:ln>
            <a:noFill/>
          </a:ln>
        </p:spPr>
        <p:txBody>
          <a:bodyPr vert="horz"/>
          <a:lstStyle>
            <a:lvl1pPr marL="0" indent="0">
              <a:buNone/>
              <a:defRPr sz="4000">
                <a:latin typeface="Arial"/>
                <a:cs typeface="Arial"/>
              </a:defRPr>
            </a:lvl1pPr>
          </a:lstStyle>
          <a:p>
            <a:r>
              <a:rPr lang="de-DE" dirty="0"/>
              <a:t>Diagramm</a:t>
            </a:r>
          </a:p>
        </p:txBody>
      </p:sp>
      <p:sp>
        <p:nvSpPr>
          <p:cNvPr id="44" name="Diagrammplatzhalter 31"/>
          <p:cNvSpPr>
            <a:spLocks noGrp="1"/>
          </p:cNvSpPr>
          <p:nvPr>
            <p:ph type="chart" sz="quarter" idx="50"/>
          </p:nvPr>
        </p:nvSpPr>
        <p:spPr>
          <a:xfrm>
            <a:off x="15646218" y="25339848"/>
            <a:ext cx="13217705" cy="6642583"/>
          </a:xfrm>
          <a:prstGeom prst="rect">
            <a:avLst/>
          </a:prstGeom>
          <a:ln>
            <a:noFill/>
          </a:ln>
        </p:spPr>
        <p:txBody>
          <a:bodyPr vert="horz"/>
          <a:lstStyle>
            <a:lvl1pPr marL="0" indent="0">
              <a:buNone/>
              <a:defRPr sz="4000">
                <a:latin typeface="Arial"/>
                <a:cs typeface="Arial"/>
              </a:defRPr>
            </a:lvl1pPr>
          </a:lstStyle>
          <a:p>
            <a:r>
              <a:rPr lang="de-DE" dirty="0"/>
              <a:t>Diagramm</a:t>
            </a:r>
          </a:p>
        </p:txBody>
      </p:sp>
      <p:sp>
        <p:nvSpPr>
          <p:cNvPr id="37" name="Textplatzhalter 36"/>
          <p:cNvSpPr>
            <a:spLocks noGrp="1"/>
          </p:cNvSpPr>
          <p:nvPr>
            <p:ph type="body" sz="quarter" idx="51" hasCustomPrompt="1"/>
          </p:nvPr>
        </p:nvSpPr>
        <p:spPr>
          <a:xfrm>
            <a:off x="1366838" y="5019651"/>
            <a:ext cx="27538362" cy="873128"/>
          </a:xfrm>
          <a:prstGeom prst="rect">
            <a:avLst/>
          </a:prstGeom>
        </p:spPr>
        <p:txBody>
          <a:bodyPr vert="horz"/>
          <a:lstStyle>
            <a:lvl1pPr marL="0" marR="0" indent="0" algn="l" defTabSz="2088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4000" b="0" i="0">
                <a:solidFill>
                  <a:schemeClr val="bg1"/>
                </a:solidFill>
                <a:latin typeface="Arial"/>
              </a:defRPr>
            </a:lvl1pPr>
            <a:lvl2pPr>
              <a:defRPr sz="4000">
                <a:latin typeface="Arial"/>
              </a:defRPr>
            </a:lvl2pPr>
            <a:lvl3pPr>
              <a:defRPr sz="4000">
                <a:latin typeface="Arial"/>
              </a:defRPr>
            </a:lvl3pPr>
            <a:lvl4pPr>
              <a:defRPr sz="4000">
                <a:latin typeface="Arial"/>
              </a:defRPr>
            </a:lvl4pPr>
            <a:lvl5pPr>
              <a:defRPr sz="4000">
                <a:latin typeface="Arial"/>
              </a:defRPr>
            </a:lvl5pPr>
          </a:lstStyle>
          <a:p>
            <a:pPr marL="0" marR="0" lvl="0" indent="0" algn="l" defTabSz="2088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de-DE" sz="4000" cap="none" dirty="0" err="1"/>
              <a:t>Subline</a:t>
            </a:r>
            <a:r>
              <a:rPr lang="de-DE" sz="4000" cap="none" dirty="0"/>
              <a:t> </a:t>
            </a:r>
            <a:r>
              <a:rPr lang="de-DE" sz="4000" cap="none" dirty="0" err="1"/>
              <a:t>Subline</a:t>
            </a:r>
            <a:r>
              <a:rPr lang="de-DE" sz="4000" cap="none" dirty="0"/>
              <a:t> </a:t>
            </a:r>
            <a:r>
              <a:rPr lang="de-DE" sz="4000" cap="none" dirty="0" err="1"/>
              <a:t>Subline</a:t>
            </a:r>
            <a:r>
              <a:rPr lang="de-DE" sz="4000" cap="none" dirty="0"/>
              <a:t> </a:t>
            </a:r>
            <a:r>
              <a:rPr lang="de-DE" sz="4000" cap="none" dirty="0" err="1"/>
              <a:t>Subline</a:t>
            </a:r>
            <a:r>
              <a:rPr lang="de-DE" sz="4000" cap="none" dirty="0"/>
              <a:t> </a:t>
            </a:r>
            <a:r>
              <a:rPr lang="de-DE" sz="4000" cap="none" dirty="0" err="1"/>
              <a:t>Subline</a:t>
            </a:r>
            <a:r>
              <a:rPr lang="de-DE" sz="4000" cap="none" dirty="0"/>
              <a:t> </a:t>
            </a:r>
            <a:r>
              <a:rPr lang="de-DE" sz="4000" cap="none" dirty="0" err="1"/>
              <a:t>Subline</a:t>
            </a:r>
            <a:r>
              <a:rPr lang="de-DE" sz="4000" cap="none" dirty="0"/>
              <a:t> </a:t>
            </a:r>
            <a:r>
              <a:rPr lang="de-DE" sz="4000" cap="none" dirty="0" err="1"/>
              <a:t>Subline</a:t>
            </a:r>
            <a:r>
              <a:rPr lang="de-DE" sz="4000" cap="none" dirty="0"/>
              <a:t> </a:t>
            </a:r>
          </a:p>
          <a:p>
            <a:pPr marL="0" marR="0" lvl="0" indent="0" algn="l" defTabSz="2088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lang="de-DE" sz="4000" cap="none" dirty="0"/>
          </a:p>
        </p:txBody>
      </p:sp>
      <p:sp>
        <p:nvSpPr>
          <p:cNvPr id="45" name="Textplatzhalter 16"/>
          <p:cNvSpPr>
            <a:spLocks noGrp="1"/>
          </p:cNvSpPr>
          <p:nvPr>
            <p:ph type="body" sz="quarter" idx="52" hasCustomPrompt="1"/>
          </p:nvPr>
        </p:nvSpPr>
        <p:spPr>
          <a:xfrm>
            <a:off x="1368427" y="40640832"/>
            <a:ext cx="8747554" cy="5960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Hier steht ggf. eine Bildunterschrift oder Erklärung zum Kasten darüber.</a:t>
            </a:r>
          </a:p>
        </p:txBody>
      </p:sp>
      <p:sp>
        <p:nvSpPr>
          <p:cNvPr id="46" name="Textplatzhalter 16"/>
          <p:cNvSpPr>
            <a:spLocks noGrp="1"/>
          </p:cNvSpPr>
          <p:nvPr>
            <p:ph type="body" sz="quarter" idx="53" hasCustomPrompt="1"/>
          </p:nvPr>
        </p:nvSpPr>
        <p:spPr>
          <a:xfrm>
            <a:off x="19929472" y="40640832"/>
            <a:ext cx="8893177" cy="5960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Hier steht ggf. eine Bildunterschrift oder Erklärung zum Kasten darüber.</a:t>
            </a:r>
          </a:p>
        </p:txBody>
      </p:sp>
      <p:sp>
        <p:nvSpPr>
          <p:cNvPr id="47" name="Textplatzhalter 16"/>
          <p:cNvSpPr>
            <a:spLocks noGrp="1"/>
          </p:cNvSpPr>
          <p:nvPr>
            <p:ph type="body" sz="quarter" idx="54" hasCustomPrompt="1"/>
          </p:nvPr>
        </p:nvSpPr>
        <p:spPr>
          <a:xfrm>
            <a:off x="15646218" y="31982431"/>
            <a:ext cx="8747554" cy="5960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Hier steht ggf. eine Bildunterschrift oder Erklärung zum Kasten darüber.</a:t>
            </a:r>
          </a:p>
        </p:txBody>
      </p:sp>
      <p:sp>
        <p:nvSpPr>
          <p:cNvPr id="48" name="Textplatzhalter 16"/>
          <p:cNvSpPr>
            <a:spLocks noGrp="1"/>
          </p:cNvSpPr>
          <p:nvPr>
            <p:ph type="body" sz="quarter" idx="55" hasCustomPrompt="1"/>
          </p:nvPr>
        </p:nvSpPr>
        <p:spPr>
          <a:xfrm>
            <a:off x="1524017" y="22887227"/>
            <a:ext cx="8733799" cy="5960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Hier steht ggf. eine Bildunterschrift oder Erklärung zum Kasten darüber.</a:t>
            </a:r>
          </a:p>
        </p:txBody>
      </p:sp>
      <p:sp>
        <p:nvSpPr>
          <p:cNvPr id="49" name="Textplatzhalter 16"/>
          <p:cNvSpPr>
            <a:spLocks noGrp="1"/>
          </p:cNvSpPr>
          <p:nvPr>
            <p:ph type="body" sz="quarter" idx="56" hasCustomPrompt="1"/>
          </p:nvPr>
        </p:nvSpPr>
        <p:spPr>
          <a:xfrm>
            <a:off x="10754299" y="22887227"/>
            <a:ext cx="8711118" cy="5960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Hier steht ggf. eine Bildunterschrift oder Erklärung zum Kasten darüber.</a:t>
            </a:r>
          </a:p>
        </p:txBody>
      </p:sp>
      <p:sp>
        <p:nvSpPr>
          <p:cNvPr id="50" name="Textplatzhalter 16"/>
          <p:cNvSpPr>
            <a:spLocks noGrp="1"/>
          </p:cNvSpPr>
          <p:nvPr>
            <p:ph type="body" sz="quarter" idx="57" hasCustomPrompt="1"/>
          </p:nvPr>
        </p:nvSpPr>
        <p:spPr>
          <a:xfrm>
            <a:off x="19929472" y="22887227"/>
            <a:ext cx="8737585" cy="5960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Hier steht ggf. eine Bildunterschrift oder Erklärung zum Kasten darüber.</a:t>
            </a:r>
          </a:p>
        </p:txBody>
      </p:sp>
      <p:sp>
        <p:nvSpPr>
          <p:cNvPr id="51" name="Textplatzhalter 16"/>
          <p:cNvSpPr>
            <a:spLocks noGrp="1"/>
          </p:cNvSpPr>
          <p:nvPr>
            <p:ph type="body" sz="quarter" idx="58" hasCustomPrompt="1"/>
          </p:nvPr>
        </p:nvSpPr>
        <p:spPr>
          <a:xfrm>
            <a:off x="15701319" y="14235437"/>
            <a:ext cx="8747554" cy="5960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Hier steht ggf. eine Bildunterschrift oder Erklärung zum Kasten darüber.</a:t>
            </a:r>
          </a:p>
        </p:txBody>
      </p:sp>
      <p:cxnSp>
        <p:nvCxnSpPr>
          <p:cNvPr id="58" name="Gerade Verbindung 57"/>
          <p:cNvCxnSpPr/>
          <p:nvPr userDrawn="1"/>
        </p:nvCxnSpPr>
        <p:spPr>
          <a:xfrm>
            <a:off x="1411817" y="41627581"/>
            <a:ext cx="27455815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Gerade Verbindung 31"/>
          <p:cNvCxnSpPr/>
          <p:nvPr userDrawn="1"/>
        </p:nvCxnSpPr>
        <p:spPr>
          <a:xfrm>
            <a:off x="1366835" y="32991952"/>
            <a:ext cx="27455815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Gerade Verbindung 32"/>
          <p:cNvCxnSpPr/>
          <p:nvPr userDrawn="1"/>
        </p:nvCxnSpPr>
        <p:spPr>
          <a:xfrm>
            <a:off x="1327150" y="23868831"/>
            <a:ext cx="27455815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Gerade Verbindung 33"/>
          <p:cNvCxnSpPr/>
          <p:nvPr userDrawn="1"/>
        </p:nvCxnSpPr>
        <p:spPr>
          <a:xfrm>
            <a:off x="1327150" y="15204712"/>
            <a:ext cx="27455815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00463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t Partner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 userDrawn="1"/>
        </p:nvSpPr>
        <p:spPr>
          <a:xfrm>
            <a:off x="1327150" y="16686722"/>
            <a:ext cx="27495499" cy="6796561"/>
          </a:xfrm>
          <a:prstGeom prst="rect">
            <a:avLst/>
          </a:prstGeom>
          <a:solidFill>
            <a:srgbClr val="0D3D88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4" name="Rechteck 53"/>
          <p:cNvSpPr/>
          <p:nvPr userDrawn="1"/>
        </p:nvSpPr>
        <p:spPr>
          <a:xfrm>
            <a:off x="1327150" y="5892778"/>
            <a:ext cx="28948062" cy="492549"/>
          </a:xfrm>
          <a:prstGeom prst="rect">
            <a:avLst/>
          </a:prstGeom>
          <a:gradFill flip="none" rotWithShape="1">
            <a:gsLst>
              <a:gs pos="0">
                <a:srgbClr val="162957">
                  <a:alpha val="60000"/>
                </a:srgbClr>
              </a:gs>
              <a:gs pos="100000">
                <a:srgbClr val="0069B5">
                  <a:alpha val="50000"/>
                </a:srgbClr>
              </a:gs>
            </a:gsLst>
            <a:lin ang="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eck 2"/>
          <p:cNvSpPr/>
          <p:nvPr userDrawn="1"/>
        </p:nvSpPr>
        <p:spPr>
          <a:xfrm>
            <a:off x="-1" y="4835503"/>
            <a:ext cx="30275213" cy="1057275"/>
          </a:xfrm>
          <a:prstGeom prst="rect">
            <a:avLst/>
          </a:prstGeom>
          <a:gradFill flip="none" rotWithShape="1">
            <a:gsLst>
              <a:gs pos="0">
                <a:srgbClr val="162957"/>
              </a:gs>
              <a:gs pos="100000">
                <a:srgbClr val="0069B5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itel 1"/>
          <p:cNvSpPr>
            <a:spLocks noGrp="1"/>
          </p:cNvSpPr>
          <p:nvPr>
            <p:ph type="ctrTitle" hasCustomPrompt="1"/>
          </p:nvPr>
        </p:nvSpPr>
        <p:spPr>
          <a:xfrm>
            <a:off x="1350131" y="2279489"/>
            <a:ext cx="13217526" cy="20937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6000" b="1" cap="all" spc="300" baseline="0">
                <a:solidFill>
                  <a:srgbClr val="0E3F8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HEADLINE HEADLINE HEADLINE HEADLINE</a:t>
            </a:r>
          </a:p>
        </p:txBody>
      </p:sp>
      <p:sp>
        <p:nvSpPr>
          <p:cNvPr id="29" name="Textplatzhalter 10"/>
          <p:cNvSpPr>
            <a:spLocks noGrp="1"/>
          </p:cNvSpPr>
          <p:nvPr>
            <p:ph type="body" sz="quarter" idx="19" hasCustomPrompt="1"/>
          </p:nvPr>
        </p:nvSpPr>
        <p:spPr>
          <a:xfrm>
            <a:off x="1366836" y="5855818"/>
            <a:ext cx="19779773" cy="52950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0" i="0" cap="none" spc="10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Max Mustermann, Martina Musterfrau</a:t>
            </a:r>
          </a:p>
        </p:txBody>
      </p:sp>
      <p:sp>
        <p:nvSpPr>
          <p:cNvPr id="20" name="Textplatzhalter 10"/>
          <p:cNvSpPr>
            <a:spLocks noGrp="1"/>
          </p:cNvSpPr>
          <p:nvPr>
            <p:ph type="body" sz="quarter" idx="30" hasCustomPrompt="1"/>
          </p:nvPr>
        </p:nvSpPr>
        <p:spPr>
          <a:xfrm>
            <a:off x="1366835" y="7817806"/>
            <a:ext cx="13217705" cy="9159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="0" i="0" cap="all" spc="100" baseline="0">
                <a:solidFill>
                  <a:srgbClr val="0E3F8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Headline</a:t>
            </a:r>
          </a:p>
        </p:txBody>
      </p:sp>
      <p:sp>
        <p:nvSpPr>
          <p:cNvPr id="23" name="Textplatzhalter 10"/>
          <p:cNvSpPr>
            <a:spLocks noGrp="1"/>
          </p:cNvSpPr>
          <p:nvPr>
            <p:ph type="body" sz="quarter" idx="31" hasCustomPrompt="1"/>
          </p:nvPr>
        </p:nvSpPr>
        <p:spPr>
          <a:xfrm>
            <a:off x="15687495" y="7817806"/>
            <a:ext cx="13217705" cy="9159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="0" i="0" cap="all" spc="100" baseline="0">
                <a:solidFill>
                  <a:srgbClr val="0E3F8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Headline</a:t>
            </a:r>
          </a:p>
        </p:txBody>
      </p:sp>
      <p:sp>
        <p:nvSpPr>
          <p:cNvPr id="24" name="Tabellenplatzhalter 23"/>
          <p:cNvSpPr>
            <a:spLocks noGrp="1"/>
          </p:cNvSpPr>
          <p:nvPr>
            <p:ph type="tbl" sz="quarter" idx="33"/>
          </p:nvPr>
        </p:nvSpPr>
        <p:spPr>
          <a:xfrm>
            <a:off x="15687675" y="8776742"/>
            <a:ext cx="13217525" cy="5458695"/>
          </a:xfrm>
          <a:prstGeom prst="rect">
            <a:avLst/>
          </a:prstGeom>
          <a:ln>
            <a:noFill/>
          </a:ln>
        </p:spPr>
        <p:txBody>
          <a:bodyPr vert="horz"/>
          <a:lstStyle>
            <a:lvl1pPr marL="0" indent="0">
              <a:buNone/>
              <a:defRPr sz="4000">
                <a:latin typeface="Arial"/>
                <a:cs typeface="Arial"/>
              </a:defRPr>
            </a:lvl1pPr>
          </a:lstStyle>
          <a:p>
            <a:endParaRPr lang="de-DE" dirty="0"/>
          </a:p>
        </p:txBody>
      </p:sp>
      <p:sp>
        <p:nvSpPr>
          <p:cNvPr id="31" name="Textplatzhalter 10"/>
          <p:cNvSpPr>
            <a:spLocks noGrp="1"/>
          </p:cNvSpPr>
          <p:nvPr>
            <p:ph type="body" sz="quarter" idx="34" hasCustomPrompt="1"/>
          </p:nvPr>
        </p:nvSpPr>
        <p:spPr>
          <a:xfrm>
            <a:off x="1366839" y="15770735"/>
            <a:ext cx="13217705" cy="9159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="0" i="0" cap="all" spc="100" baseline="0">
                <a:solidFill>
                  <a:srgbClr val="0E3F8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Headline</a:t>
            </a:r>
          </a:p>
        </p:txBody>
      </p:sp>
      <p:sp>
        <p:nvSpPr>
          <p:cNvPr id="39" name="SmartArt-Platzhalter 26"/>
          <p:cNvSpPr>
            <a:spLocks noGrp="1"/>
          </p:cNvSpPr>
          <p:nvPr>
            <p:ph type="dgm" sz="quarter" idx="37" hasCustomPrompt="1"/>
          </p:nvPr>
        </p:nvSpPr>
        <p:spPr>
          <a:xfrm>
            <a:off x="1524018" y="16917245"/>
            <a:ext cx="8733798" cy="5957762"/>
          </a:xfrm>
          <a:prstGeom prst="rect">
            <a:avLst/>
          </a:prstGeom>
          <a:ln>
            <a:noFill/>
          </a:ln>
        </p:spPr>
        <p:txBody>
          <a:bodyPr vert="horz"/>
          <a:lstStyle>
            <a:lvl1pPr marL="0" indent="0">
              <a:buNone/>
              <a:defRPr sz="4000"/>
            </a:lvl1pPr>
          </a:lstStyle>
          <a:p>
            <a:r>
              <a:rPr lang="de-DE" dirty="0"/>
              <a:t>Grafik</a:t>
            </a:r>
          </a:p>
        </p:txBody>
      </p:sp>
      <p:sp>
        <p:nvSpPr>
          <p:cNvPr id="40" name="SmartArt-Platzhalter 26"/>
          <p:cNvSpPr>
            <a:spLocks noGrp="1"/>
          </p:cNvSpPr>
          <p:nvPr>
            <p:ph type="dgm" sz="quarter" idx="38" hasCustomPrompt="1"/>
          </p:nvPr>
        </p:nvSpPr>
        <p:spPr>
          <a:xfrm>
            <a:off x="19929472" y="16917245"/>
            <a:ext cx="8737585" cy="5957762"/>
          </a:xfrm>
          <a:prstGeom prst="rect">
            <a:avLst/>
          </a:prstGeom>
          <a:ln>
            <a:noFill/>
          </a:ln>
        </p:spPr>
        <p:txBody>
          <a:bodyPr vert="horz"/>
          <a:lstStyle>
            <a:lvl1pPr marL="0" indent="0">
              <a:buNone/>
              <a:defRPr sz="4000"/>
            </a:lvl1pPr>
          </a:lstStyle>
          <a:p>
            <a:r>
              <a:rPr lang="de-DE" dirty="0"/>
              <a:t>Grafik</a:t>
            </a:r>
          </a:p>
        </p:txBody>
      </p:sp>
      <p:sp>
        <p:nvSpPr>
          <p:cNvPr id="41" name="Textplatzhalter 10"/>
          <p:cNvSpPr>
            <a:spLocks noGrp="1"/>
          </p:cNvSpPr>
          <p:nvPr>
            <p:ph type="body" sz="quarter" idx="39" hasCustomPrompt="1"/>
          </p:nvPr>
        </p:nvSpPr>
        <p:spPr>
          <a:xfrm>
            <a:off x="1366835" y="24423861"/>
            <a:ext cx="13217705" cy="9159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="0" i="0" cap="all" spc="100" baseline="0">
                <a:solidFill>
                  <a:srgbClr val="0E3F8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Headline</a:t>
            </a:r>
          </a:p>
        </p:txBody>
      </p:sp>
      <p:sp>
        <p:nvSpPr>
          <p:cNvPr id="18" name="Textplatzhalter 10"/>
          <p:cNvSpPr>
            <a:spLocks noGrp="1"/>
          </p:cNvSpPr>
          <p:nvPr>
            <p:ph type="body" sz="quarter" idx="41" hasCustomPrompt="1"/>
          </p:nvPr>
        </p:nvSpPr>
        <p:spPr>
          <a:xfrm>
            <a:off x="15646219" y="24423861"/>
            <a:ext cx="13217705" cy="9159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="0" i="0" cap="all" spc="100" baseline="0">
                <a:solidFill>
                  <a:srgbClr val="0E3F8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Headline</a:t>
            </a:r>
          </a:p>
        </p:txBody>
      </p:sp>
      <p:sp>
        <p:nvSpPr>
          <p:cNvPr id="25" name="Textplatzhalter 10"/>
          <p:cNvSpPr>
            <a:spLocks noGrp="1"/>
          </p:cNvSpPr>
          <p:nvPr>
            <p:ph type="body" sz="quarter" idx="43" hasCustomPrompt="1"/>
          </p:nvPr>
        </p:nvSpPr>
        <p:spPr>
          <a:xfrm>
            <a:off x="1366835" y="33538107"/>
            <a:ext cx="13217705" cy="9159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="0" i="0" cap="all" spc="100" baseline="0">
                <a:solidFill>
                  <a:srgbClr val="0E3F8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Headline</a:t>
            </a:r>
          </a:p>
        </p:txBody>
      </p:sp>
      <p:sp>
        <p:nvSpPr>
          <p:cNvPr id="27" name="Tabellenplatzhalter 23"/>
          <p:cNvSpPr>
            <a:spLocks noGrp="1"/>
          </p:cNvSpPr>
          <p:nvPr>
            <p:ph type="tbl" sz="quarter" idx="44"/>
          </p:nvPr>
        </p:nvSpPr>
        <p:spPr>
          <a:xfrm>
            <a:off x="1350131" y="34454096"/>
            <a:ext cx="18122988" cy="4096190"/>
          </a:xfrm>
          <a:prstGeom prst="rect">
            <a:avLst/>
          </a:prstGeom>
          <a:ln>
            <a:noFill/>
          </a:ln>
        </p:spPr>
        <p:txBody>
          <a:bodyPr vert="horz"/>
          <a:lstStyle>
            <a:lvl1pPr marL="0" indent="0">
              <a:buNone/>
              <a:defRPr sz="4000">
                <a:latin typeface="Arial"/>
                <a:cs typeface="Arial"/>
              </a:defRPr>
            </a:lvl1pPr>
          </a:lstStyle>
          <a:p>
            <a:endParaRPr lang="de-DE" dirty="0"/>
          </a:p>
        </p:txBody>
      </p:sp>
      <p:sp>
        <p:nvSpPr>
          <p:cNvPr id="4" name="Bildplatzhalter 3"/>
          <p:cNvSpPr>
            <a:spLocks noGrp="1"/>
          </p:cNvSpPr>
          <p:nvPr>
            <p:ph type="pic" sz="quarter" idx="45"/>
          </p:nvPr>
        </p:nvSpPr>
        <p:spPr>
          <a:xfrm>
            <a:off x="19929472" y="34453419"/>
            <a:ext cx="8934452" cy="4096867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4000"/>
            </a:lvl1pPr>
          </a:lstStyle>
          <a:p>
            <a:r>
              <a:rPr lang="de-DE" dirty="0"/>
              <a:t>Bild</a:t>
            </a:r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46" hasCustomPrompt="1"/>
          </p:nvPr>
        </p:nvSpPr>
        <p:spPr>
          <a:xfrm>
            <a:off x="1350132" y="8776743"/>
            <a:ext cx="13234232" cy="5458694"/>
          </a:xfrm>
          <a:prstGeom prst="rect">
            <a:avLst/>
          </a:prstGeom>
          <a:ln>
            <a:noFill/>
          </a:ln>
        </p:spPr>
        <p:txBody>
          <a:bodyPr vert="horz"/>
          <a:lstStyle>
            <a:lvl1pPr marL="0" marR="0" indent="0" algn="l" defTabSz="2088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500" baseline="0">
                <a:latin typeface="Arial"/>
              </a:defRPr>
            </a:lvl1pPr>
            <a:lvl2pPr>
              <a:defRPr sz="2500" baseline="0">
                <a:latin typeface="Arial"/>
              </a:defRPr>
            </a:lvl2pPr>
            <a:lvl3pPr>
              <a:defRPr sz="2500" baseline="0">
                <a:latin typeface="Arial"/>
              </a:defRPr>
            </a:lvl3pPr>
            <a:lvl4pPr>
              <a:defRPr sz="2500" baseline="0">
                <a:latin typeface="Arial"/>
              </a:defRPr>
            </a:lvl4pPr>
            <a:lvl5pPr>
              <a:defRPr sz="2500" baseline="0">
                <a:latin typeface="Arial"/>
              </a:defRPr>
            </a:lvl5pPr>
          </a:lstStyle>
          <a:p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Lorem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ipsum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dolor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sit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amet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consectetuer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adipiscing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elit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.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Aenean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commodo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ligula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eget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dolor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.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Aenean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massa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. Cum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sociis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natoque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penatibus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et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magnis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dis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parturient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montes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nascetur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ridiculus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mus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.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Donec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quam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felis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ultricies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nec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pellentesque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eu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pretium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quis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sem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.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Donec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pede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justo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fringilla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vel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aliquet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nec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vulputate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evulputate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get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arcu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. In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enim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justo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rhoncus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ut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imperdiet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a,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venenatis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vitae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justo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.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Nullam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dictum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felis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eu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pede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mollis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pretium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. Integer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tincidunt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.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Cras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dapibus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.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Vivamus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elementum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semper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nisi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.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Aenean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vulputate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eleifend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tellus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.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Vivamus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elementum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semper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nisi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.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Aenean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vulputate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eleifend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tellus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.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Aenean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elementum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. </a:t>
            </a:r>
          </a:p>
          <a:p>
            <a:endParaRPr lang="de-DE" sz="2500" b="0" i="0" u="none" strike="noStrike" dirty="0">
              <a:effectLst/>
              <a:latin typeface="Arial"/>
              <a:cs typeface="Arial"/>
            </a:endParaRPr>
          </a:p>
          <a:p>
            <a:pPr marL="0" marR="0" indent="0" algn="l" defTabSz="2088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Lorem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ipsum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dolor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sit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amet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consectetuer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adipiscing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elit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.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Aenean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commodo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ligula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eget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dolor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.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Aenean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massa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. Cum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sociis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natoque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penatibus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et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magnis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dis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parturient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montes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nascetur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ridiculus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mus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.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Donec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quam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felis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ultricies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nec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pellentesque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eu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pretium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quis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sem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.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Donec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pede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justo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fringilla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vel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aliquet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nec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vulputate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evulputate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get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arcu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. In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enim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justo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rhoncus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ut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imperdiet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a,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venenatis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vitae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justo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.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Nullam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dictum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felis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eu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pede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mollis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pretium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. Integer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tincidunt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.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Cras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dapibus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. </a:t>
            </a:r>
            <a:endParaRPr lang="de-DE" dirty="0"/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47" hasCustomPrompt="1"/>
          </p:nvPr>
        </p:nvSpPr>
        <p:spPr>
          <a:xfrm>
            <a:off x="1367020" y="25340073"/>
            <a:ext cx="13217524" cy="6642358"/>
          </a:xfrm>
          <a:prstGeom prst="rect">
            <a:avLst/>
          </a:prstGeom>
          <a:ln>
            <a:noFill/>
          </a:ln>
        </p:spPr>
        <p:txBody>
          <a:bodyPr vert="horz"/>
          <a:lstStyle>
            <a:lvl1pPr marL="342900" marR="0" indent="-342900" algn="l" defTabSz="2088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0E3F8E"/>
              </a:buClr>
              <a:buSzPct val="80000"/>
              <a:buFont typeface="Lucida Grande"/>
              <a:buChar char="&gt;"/>
              <a:tabLst/>
              <a:defRPr sz="2500">
                <a:latin typeface="Arial"/>
              </a:defRPr>
            </a:lvl1pPr>
            <a:lvl2pPr>
              <a:defRPr sz="2500">
                <a:latin typeface="Arial"/>
              </a:defRPr>
            </a:lvl2pPr>
            <a:lvl3pPr>
              <a:defRPr sz="2500">
                <a:latin typeface="Arial"/>
              </a:defRPr>
            </a:lvl3pPr>
            <a:lvl4pPr>
              <a:defRPr sz="2500">
                <a:latin typeface="Arial"/>
              </a:defRPr>
            </a:lvl4pPr>
            <a:lvl5pPr>
              <a:defRPr sz="2500">
                <a:latin typeface="Arial"/>
              </a:defRPr>
            </a:lvl5pPr>
          </a:lstStyle>
          <a:p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Lorem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ipsum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dolor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sit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amet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consectetuer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adipiscing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Lorem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ipsum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dolor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sit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amet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consectetuer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adipiscing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</a:p>
          <a:p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Lorem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ipsum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dolor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sit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amet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consectetuer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adipiscing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</a:p>
          <a:p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Lorem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ipsum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dolor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sit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amet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consectetuer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adipiscing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</a:p>
          <a:p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Lorem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ipsum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dolor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sit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amet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consectetuer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adipiscing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</a:p>
          <a:p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Lorem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ipsum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dolor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sit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amet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consectetuer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adipiscing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Lorem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ipsum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dolor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sit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amet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consectetuer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adipiscing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</a:p>
          <a:p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Lorem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ipsum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dolor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sit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amet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consectetuer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adipiscing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Lorem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ipsum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dolor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sit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amet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consectetuer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adipiscing</a:t>
            </a:r>
            <a:endParaRPr lang="de-DE" sz="2500" b="0" i="0" u="none" strike="noStrike" dirty="0">
              <a:effectLst/>
              <a:latin typeface="Arial"/>
              <a:cs typeface="Arial"/>
            </a:endParaRPr>
          </a:p>
          <a:p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Lorem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ipsum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dolor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sit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amet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consectetuer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adipiscing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</a:p>
          <a:p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Lorem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ipsum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dolor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sit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amet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consectetuer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adipiscing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</a:p>
          <a:p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Lorem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ipsum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dolor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sit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amet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consectetuer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adipiscing</a:t>
            </a:r>
            <a:endParaRPr lang="de-DE" sz="2500" b="0" i="0" u="none" strike="noStrike" dirty="0">
              <a:effectLst/>
              <a:latin typeface="Arial"/>
              <a:cs typeface="Arial"/>
            </a:endParaRPr>
          </a:p>
          <a:p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Lorem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ipsum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dolor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sit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amet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consectetuer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adipiscing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Lorem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ipsum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dolor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sit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amet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consectetuer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adipiscing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</a:p>
        </p:txBody>
      </p:sp>
      <p:sp>
        <p:nvSpPr>
          <p:cNvPr id="43" name="Diagrammplatzhalter 31"/>
          <p:cNvSpPr>
            <a:spLocks noGrp="1"/>
          </p:cNvSpPr>
          <p:nvPr>
            <p:ph type="chart" sz="quarter" idx="49"/>
          </p:nvPr>
        </p:nvSpPr>
        <p:spPr>
          <a:xfrm>
            <a:off x="10721871" y="16917035"/>
            <a:ext cx="8743546" cy="5957762"/>
          </a:xfrm>
          <a:prstGeom prst="rect">
            <a:avLst/>
          </a:prstGeom>
          <a:ln>
            <a:noFill/>
          </a:ln>
        </p:spPr>
        <p:txBody>
          <a:bodyPr vert="horz"/>
          <a:lstStyle>
            <a:lvl1pPr marL="0" indent="0">
              <a:buNone/>
              <a:defRPr sz="4000">
                <a:latin typeface="Arial"/>
                <a:cs typeface="Arial"/>
              </a:defRPr>
            </a:lvl1pPr>
          </a:lstStyle>
          <a:p>
            <a:r>
              <a:rPr lang="de-DE" dirty="0"/>
              <a:t>Diagramm</a:t>
            </a:r>
          </a:p>
        </p:txBody>
      </p:sp>
      <p:sp>
        <p:nvSpPr>
          <p:cNvPr id="44" name="Diagrammplatzhalter 31"/>
          <p:cNvSpPr>
            <a:spLocks noGrp="1"/>
          </p:cNvSpPr>
          <p:nvPr>
            <p:ph type="chart" sz="quarter" idx="50"/>
          </p:nvPr>
        </p:nvSpPr>
        <p:spPr>
          <a:xfrm>
            <a:off x="15646218" y="25339848"/>
            <a:ext cx="13217705" cy="6642583"/>
          </a:xfrm>
          <a:prstGeom prst="rect">
            <a:avLst/>
          </a:prstGeom>
          <a:ln>
            <a:noFill/>
          </a:ln>
        </p:spPr>
        <p:txBody>
          <a:bodyPr vert="horz"/>
          <a:lstStyle>
            <a:lvl1pPr marL="0" indent="0">
              <a:buNone/>
              <a:defRPr sz="4000">
                <a:latin typeface="Arial"/>
                <a:cs typeface="Arial"/>
              </a:defRPr>
            </a:lvl1pPr>
          </a:lstStyle>
          <a:p>
            <a:r>
              <a:rPr lang="de-DE" dirty="0"/>
              <a:t>Diagramm</a:t>
            </a:r>
          </a:p>
        </p:txBody>
      </p:sp>
      <p:sp>
        <p:nvSpPr>
          <p:cNvPr id="37" name="Textplatzhalter 36"/>
          <p:cNvSpPr>
            <a:spLocks noGrp="1"/>
          </p:cNvSpPr>
          <p:nvPr>
            <p:ph type="body" sz="quarter" idx="51" hasCustomPrompt="1"/>
          </p:nvPr>
        </p:nvSpPr>
        <p:spPr>
          <a:xfrm>
            <a:off x="1366838" y="5019651"/>
            <a:ext cx="27538362" cy="873128"/>
          </a:xfrm>
          <a:prstGeom prst="rect">
            <a:avLst/>
          </a:prstGeom>
        </p:spPr>
        <p:txBody>
          <a:bodyPr vert="horz"/>
          <a:lstStyle>
            <a:lvl1pPr marL="0" marR="0" indent="0" algn="l" defTabSz="2088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4000" b="0" i="0">
                <a:solidFill>
                  <a:schemeClr val="bg1"/>
                </a:solidFill>
                <a:latin typeface="Arial"/>
              </a:defRPr>
            </a:lvl1pPr>
            <a:lvl2pPr>
              <a:defRPr sz="4000">
                <a:latin typeface="Arial"/>
              </a:defRPr>
            </a:lvl2pPr>
            <a:lvl3pPr>
              <a:defRPr sz="4000">
                <a:latin typeface="Arial"/>
              </a:defRPr>
            </a:lvl3pPr>
            <a:lvl4pPr>
              <a:defRPr sz="4000">
                <a:latin typeface="Arial"/>
              </a:defRPr>
            </a:lvl4pPr>
            <a:lvl5pPr>
              <a:defRPr sz="4000">
                <a:latin typeface="Arial"/>
              </a:defRPr>
            </a:lvl5pPr>
          </a:lstStyle>
          <a:p>
            <a:pPr marL="0" marR="0" lvl="0" indent="0" algn="l" defTabSz="2088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de-DE" sz="4000" cap="none" dirty="0" err="1"/>
              <a:t>Subline</a:t>
            </a:r>
            <a:r>
              <a:rPr lang="de-DE" sz="4000" cap="none" dirty="0"/>
              <a:t> </a:t>
            </a:r>
            <a:r>
              <a:rPr lang="de-DE" sz="4000" cap="none" dirty="0" err="1"/>
              <a:t>Subline</a:t>
            </a:r>
            <a:r>
              <a:rPr lang="de-DE" sz="4000" cap="none" dirty="0"/>
              <a:t> </a:t>
            </a:r>
            <a:r>
              <a:rPr lang="de-DE" sz="4000" cap="none" dirty="0" err="1"/>
              <a:t>Subline</a:t>
            </a:r>
            <a:r>
              <a:rPr lang="de-DE" sz="4000" cap="none" dirty="0"/>
              <a:t> </a:t>
            </a:r>
            <a:r>
              <a:rPr lang="de-DE" sz="4000" cap="none" dirty="0" err="1"/>
              <a:t>Subline</a:t>
            </a:r>
            <a:r>
              <a:rPr lang="de-DE" sz="4000" cap="none" dirty="0"/>
              <a:t> </a:t>
            </a:r>
            <a:r>
              <a:rPr lang="de-DE" sz="4000" cap="none" dirty="0" err="1"/>
              <a:t>Subline</a:t>
            </a:r>
            <a:r>
              <a:rPr lang="de-DE" sz="4000" cap="none" dirty="0"/>
              <a:t> </a:t>
            </a:r>
            <a:r>
              <a:rPr lang="de-DE" sz="4000" cap="none" dirty="0" err="1"/>
              <a:t>Subline</a:t>
            </a:r>
            <a:r>
              <a:rPr lang="de-DE" sz="4000" cap="none" dirty="0"/>
              <a:t> </a:t>
            </a:r>
            <a:r>
              <a:rPr lang="de-DE" sz="4000" cap="none" dirty="0" err="1"/>
              <a:t>Subline</a:t>
            </a:r>
            <a:r>
              <a:rPr lang="de-DE" sz="4000" cap="none" dirty="0"/>
              <a:t> </a:t>
            </a:r>
          </a:p>
          <a:p>
            <a:pPr marL="0" marR="0" lvl="0" indent="0" algn="l" defTabSz="2088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lang="de-DE" sz="4000" cap="none" dirty="0"/>
          </a:p>
        </p:txBody>
      </p:sp>
      <p:sp>
        <p:nvSpPr>
          <p:cNvPr id="45" name="Textplatzhalter 16"/>
          <p:cNvSpPr>
            <a:spLocks noGrp="1"/>
          </p:cNvSpPr>
          <p:nvPr>
            <p:ph type="body" sz="quarter" idx="52" hasCustomPrompt="1"/>
          </p:nvPr>
        </p:nvSpPr>
        <p:spPr>
          <a:xfrm>
            <a:off x="1368427" y="38585562"/>
            <a:ext cx="8747554" cy="5960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Hier steht ggf. eine Bildunterschrift oder Erklärung zum Kasten darüber.</a:t>
            </a:r>
          </a:p>
        </p:txBody>
      </p:sp>
      <p:sp>
        <p:nvSpPr>
          <p:cNvPr id="46" name="Textplatzhalter 16"/>
          <p:cNvSpPr>
            <a:spLocks noGrp="1"/>
          </p:cNvSpPr>
          <p:nvPr>
            <p:ph type="body" sz="quarter" idx="53" hasCustomPrompt="1"/>
          </p:nvPr>
        </p:nvSpPr>
        <p:spPr>
          <a:xfrm>
            <a:off x="19929472" y="38578508"/>
            <a:ext cx="8893177" cy="5960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Hier steht ggf. eine Bildunterschrift oder Erklärung zum Kasten darüber.</a:t>
            </a:r>
          </a:p>
        </p:txBody>
      </p:sp>
      <p:sp>
        <p:nvSpPr>
          <p:cNvPr id="47" name="Textplatzhalter 16"/>
          <p:cNvSpPr>
            <a:spLocks noGrp="1"/>
          </p:cNvSpPr>
          <p:nvPr>
            <p:ph type="body" sz="quarter" idx="54" hasCustomPrompt="1"/>
          </p:nvPr>
        </p:nvSpPr>
        <p:spPr>
          <a:xfrm>
            <a:off x="15646218" y="31982431"/>
            <a:ext cx="8747554" cy="5960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Hier steht ggf. eine Bildunterschrift oder Erklärung zum Kasten darüber.</a:t>
            </a:r>
          </a:p>
        </p:txBody>
      </p:sp>
      <p:sp>
        <p:nvSpPr>
          <p:cNvPr id="48" name="Textplatzhalter 16"/>
          <p:cNvSpPr>
            <a:spLocks noGrp="1"/>
          </p:cNvSpPr>
          <p:nvPr>
            <p:ph type="body" sz="quarter" idx="55" hasCustomPrompt="1"/>
          </p:nvPr>
        </p:nvSpPr>
        <p:spPr>
          <a:xfrm>
            <a:off x="1524017" y="22887227"/>
            <a:ext cx="8733799" cy="5960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Hier steht ggf. eine Bildunterschrift oder Erklärung zum Kasten darüber.</a:t>
            </a:r>
          </a:p>
        </p:txBody>
      </p:sp>
      <p:sp>
        <p:nvSpPr>
          <p:cNvPr id="49" name="Textplatzhalter 16"/>
          <p:cNvSpPr>
            <a:spLocks noGrp="1"/>
          </p:cNvSpPr>
          <p:nvPr>
            <p:ph type="body" sz="quarter" idx="56" hasCustomPrompt="1"/>
          </p:nvPr>
        </p:nvSpPr>
        <p:spPr>
          <a:xfrm>
            <a:off x="10754299" y="22887227"/>
            <a:ext cx="8711118" cy="5960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Hier steht ggf. eine Bildunterschrift oder Erklärung zum Kasten darüber.</a:t>
            </a:r>
          </a:p>
        </p:txBody>
      </p:sp>
      <p:sp>
        <p:nvSpPr>
          <p:cNvPr id="50" name="Textplatzhalter 16"/>
          <p:cNvSpPr>
            <a:spLocks noGrp="1"/>
          </p:cNvSpPr>
          <p:nvPr>
            <p:ph type="body" sz="quarter" idx="57" hasCustomPrompt="1"/>
          </p:nvPr>
        </p:nvSpPr>
        <p:spPr>
          <a:xfrm>
            <a:off x="19929472" y="22887227"/>
            <a:ext cx="8737585" cy="5960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Hier steht ggf. eine Bildunterschrift oder Erklärung zum Kasten darüber.</a:t>
            </a:r>
          </a:p>
        </p:txBody>
      </p:sp>
      <p:sp>
        <p:nvSpPr>
          <p:cNvPr id="51" name="Textplatzhalter 16"/>
          <p:cNvSpPr>
            <a:spLocks noGrp="1"/>
          </p:cNvSpPr>
          <p:nvPr>
            <p:ph type="body" sz="quarter" idx="58" hasCustomPrompt="1"/>
          </p:nvPr>
        </p:nvSpPr>
        <p:spPr>
          <a:xfrm>
            <a:off x="15701319" y="14235437"/>
            <a:ext cx="8747554" cy="5960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Hier steht ggf. eine Bildunterschrift oder Erklärung zum Kasten darüber.</a:t>
            </a:r>
          </a:p>
        </p:txBody>
      </p:sp>
      <p:cxnSp>
        <p:nvCxnSpPr>
          <p:cNvPr id="32" name="Gerade Verbindung 31"/>
          <p:cNvCxnSpPr/>
          <p:nvPr userDrawn="1"/>
        </p:nvCxnSpPr>
        <p:spPr>
          <a:xfrm>
            <a:off x="1366835" y="32991952"/>
            <a:ext cx="27455815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Gerade Verbindung 32"/>
          <p:cNvCxnSpPr/>
          <p:nvPr userDrawn="1"/>
        </p:nvCxnSpPr>
        <p:spPr>
          <a:xfrm>
            <a:off x="1327150" y="23868831"/>
            <a:ext cx="27455815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Gerade Verbindung 33"/>
          <p:cNvCxnSpPr/>
          <p:nvPr userDrawn="1"/>
        </p:nvCxnSpPr>
        <p:spPr>
          <a:xfrm>
            <a:off x="1327150" y="15204712"/>
            <a:ext cx="27455815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platzhalter 16"/>
          <p:cNvSpPr>
            <a:spLocks noGrp="1"/>
          </p:cNvSpPr>
          <p:nvPr>
            <p:ph type="body" sz="quarter" idx="14" hasCustomPrompt="1"/>
          </p:nvPr>
        </p:nvSpPr>
        <p:spPr>
          <a:xfrm>
            <a:off x="1327151" y="39839858"/>
            <a:ext cx="27536774" cy="5960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Fußzeilen werden u.a. gerne für weitere Verweise wie Links benutzt.</a:t>
            </a:r>
          </a:p>
        </p:txBody>
      </p:sp>
      <p:cxnSp>
        <p:nvCxnSpPr>
          <p:cNvPr id="69" name="Gerade Verbindung 68"/>
          <p:cNvCxnSpPr/>
          <p:nvPr userDrawn="1"/>
        </p:nvCxnSpPr>
        <p:spPr>
          <a:xfrm>
            <a:off x="1366835" y="39565583"/>
            <a:ext cx="27455815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SmartArt-Platzhalter 26"/>
          <p:cNvSpPr>
            <a:spLocks noGrp="1"/>
          </p:cNvSpPr>
          <p:nvPr>
            <p:ph type="dgm" sz="quarter" idx="60" hasCustomPrompt="1"/>
          </p:nvPr>
        </p:nvSpPr>
        <p:spPr>
          <a:xfrm>
            <a:off x="1327150" y="40932253"/>
            <a:ext cx="4103999" cy="1188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vert="horz"/>
          <a:lstStyle>
            <a:lvl1pPr marL="0" indent="0">
              <a:buNone/>
              <a:defRPr sz="4000"/>
            </a:lvl1pPr>
          </a:lstStyle>
          <a:p>
            <a:r>
              <a:rPr lang="de-DE" dirty="0"/>
              <a:t>Partnerlogo</a:t>
            </a:r>
          </a:p>
        </p:txBody>
      </p:sp>
      <p:sp>
        <p:nvSpPr>
          <p:cNvPr id="71" name="SmartArt-Platzhalter 26"/>
          <p:cNvSpPr>
            <a:spLocks noGrp="1"/>
          </p:cNvSpPr>
          <p:nvPr>
            <p:ph type="dgm" sz="quarter" idx="61" hasCustomPrompt="1"/>
          </p:nvPr>
        </p:nvSpPr>
        <p:spPr>
          <a:xfrm>
            <a:off x="6005450" y="40932253"/>
            <a:ext cx="4103999" cy="1188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vert="horz"/>
          <a:lstStyle>
            <a:lvl1pPr marL="0" indent="0">
              <a:buNone/>
              <a:defRPr sz="4000"/>
            </a:lvl1pPr>
          </a:lstStyle>
          <a:p>
            <a:r>
              <a:rPr lang="de-DE" dirty="0"/>
              <a:t>Partnerlogo</a:t>
            </a:r>
          </a:p>
        </p:txBody>
      </p:sp>
      <p:sp>
        <p:nvSpPr>
          <p:cNvPr id="72" name="SmartArt-Platzhalter 26"/>
          <p:cNvSpPr>
            <a:spLocks noGrp="1"/>
          </p:cNvSpPr>
          <p:nvPr>
            <p:ph type="dgm" sz="quarter" idx="62" hasCustomPrompt="1"/>
          </p:nvPr>
        </p:nvSpPr>
        <p:spPr>
          <a:xfrm>
            <a:off x="10683750" y="40932253"/>
            <a:ext cx="4103999" cy="1188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vert="horz"/>
          <a:lstStyle>
            <a:lvl1pPr marL="0" indent="0">
              <a:buNone/>
              <a:defRPr sz="4000"/>
            </a:lvl1pPr>
          </a:lstStyle>
          <a:p>
            <a:r>
              <a:rPr lang="de-DE" dirty="0"/>
              <a:t>Partnerlogo</a:t>
            </a:r>
          </a:p>
        </p:txBody>
      </p:sp>
      <p:sp>
        <p:nvSpPr>
          <p:cNvPr id="73" name="SmartArt-Platzhalter 26"/>
          <p:cNvSpPr>
            <a:spLocks noGrp="1"/>
          </p:cNvSpPr>
          <p:nvPr>
            <p:ph type="dgm" sz="quarter" idx="63" hasCustomPrompt="1"/>
          </p:nvPr>
        </p:nvSpPr>
        <p:spPr>
          <a:xfrm>
            <a:off x="15362050" y="40932253"/>
            <a:ext cx="4103999" cy="1188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vert="horz"/>
          <a:lstStyle>
            <a:lvl1pPr marL="0" indent="0">
              <a:buNone/>
              <a:defRPr sz="4000"/>
            </a:lvl1pPr>
          </a:lstStyle>
          <a:p>
            <a:r>
              <a:rPr lang="de-DE" dirty="0"/>
              <a:t>Partnerlogo</a:t>
            </a:r>
          </a:p>
        </p:txBody>
      </p:sp>
      <p:sp>
        <p:nvSpPr>
          <p:cNvPr id="74" name="SmartArt-Platzhalter 26"/>
          <p:cNvSpPr>
            <a:spLocks noGrp="1"/>
          </p:cNvSpPr>
          <p:nvPr>
            <p:ph type="dgm" sz="quarter" idx="64" hasCustomPrompt="1"/>
          </p:nvPr>
        </p:nvSpPr>
        <p:spPr>
          <a:xfrm>
            <a:off x="20040350" y="40932253"/>
            <a:ext cx="4103999" cy="1188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vert="horz"/>
          <a:lstStyle>
            <a:lvl1pPr marL="0" indent="0">
              <a:buNone/>
              <a:defRPr sz="4000"/>
            </a:lvl1pPr>
          </a:lstStyle>
          <a:p>
            <a:r>
              <a:rPr lang="de-DE" dirty="0"/>
              <a:t>Partnerlogo</a:t>
            </a:r>
          </a:p>
        </p:txBody>
      </p:sp>
      <p:sp>
        <p:nvSpPr>
          <p:cNvPr id="75" name="SmartArt-Platzhalter 26"/>
          <p:cNvSpPr>
            <a:spLocks noGrp="1"/>
          </p:cNvSpPr>
          <p:nvPr>
            <p:ph type="dgm" sz="quarter" idx="65" hasCustomPrompt="1"/>
          </p:nvPr>
        </p:nvSpPr>
        <p:spPr>
          <a:xfrm>
            <a:off x="24718651" y="40932253"/>
            <a:ext cx="4103999" cy="1188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vert="horz"/>
          <a:lstStyle>
            <a:lvl1pPr marL="0" indent="0">
              <a:buNone/>
              <a:defRPr sz="4000"/>
            </a:lvl1pPr>
          </a:lstStyle>
          <a:p>
            <a:r>
              <a:rPr lang="de-DE" dirty="0"/>
              <a:t>Partnerlogo</a:t>
            </a:r>
          </a:p>
        </p:txBody>
      </p:sp>
    </p:spTree>
    <p:extLst>
      <p:ext uri="{BB962C8B-B14F-4D97-AF65-F5344CB8AC3E}">
        <p14:creationId xmlns:p14="http://schemas.microsoft.com/office/powerpoint/2010/main" val="8946631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hne Partner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 userDrawn="1"/>
        </p:nvSpPr>
        <p:spPr>
          <a:xfrm>
            <a:off x="1327150" y="16686722"/>
            <a:ext cx="27495499" cy="6796561"/>
          </a:xfrm>
          <a:prstGeom prst="rect">
            <a:avLst/>
          </a:prstGeom>
          <a:solidFill>
            <a:srgbClr val="0D3D88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4" name="Rechteck 53"/>
          <p:cNvSpPr/>
          <p:nvPr userDrawn="1"/>
        </p:nvSpPr>
        <p:spPr>
          <a:xfrm>
            <a:off x="1327150" y="5892778"/>
            <a:ext cx="28948062" cy="492549"/>
          </a:xfrm>
          <a:prstGeom prst="rect">
            <a:avLst/>
          </a:prstGeom>
          <a:gradFill flip="none" rotWithShape="1">
            <a:gsLst>
              <a:gs pos="0">
                <a:srgbClr val="162957">
                  <a:alpha val="60000"/>
                </a:srgbClr>
              </a:gs>
              <a:gs pos="100000">
                <a:srgbClr val="0069B5">
                  <a:alpha val="50000"/>
                </a:srgbClr>
              </a:gs>
            </a:gsLst>
            <a:lin ang="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eck 2"/>
          <p:cNvSpPr/>
          <p:nvPr userDrawn="1"/>
        </p:nvSpPr>
        <p:spPr>
          <a:xfrm>
            <a:off x="-1" y="4835503"/>
            <a:ext cx="30275213" cy="1057275"/>
          </a:xfrm>
          <a:prstGeom prst="rect">
            <a:avLst/>
          </a:prstGeom>
          <a:gradFill flip="none" rotWithShape="1">
            <a:gsLst>
              <a:gs pos="0">
                <a:srgbClr val="162957"/>
              </a:gs>
              <a:gs pos="100000">
                <a:srgbClr val="0069B5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itel 1"/>
          <p:cNvSpPr>
            <a:spLocks noGrp="1"/>
          </p:cNvSpPr>
          <p:nvPr>
            <p:ph type="ctrTitle" hasCustomPrompt="1"/>
          </p:nvPr>
        </p:nvSpPr>
        <p:spPr>
          <a:xfrm>
            <a:off x="1350131" y="2279489"/>
            <a:ext cx="13217526" cy="20937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6000" b="1" cap="all" spc="300" baseline="0">
                <a:solidFill>
                  <a:srgbClr val="0E3F8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HEADLINE HEADLINE HEADLINE HEADLINE</a:t>
            </a:r>
          </a:p>
        </p:txBody>
      </p:sp>
      <p:sp>
        <p:nvSpPr>
          <p:cNvPr id="29" name="Textplatzhalter 10"/>
          <p:cNvSpPr>
            <a:spLocks noGrp="1"/>
          </p:cNvSpPr>
          <p:nvPr>
            <p:ph type="body" sz="quarter" idx="19" hasCustomPrompt="1"/>
          </p:nvPr>
        </p:nvSpPr>
        <p:spPr>
          <a:xfrm>
            <a:off x="1366836" y="5855818"/>
            <a:ext cx="19779773" cy="52950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0" i="0" cap="none" spc="10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Max Mustermann, Martina Musterfrau</a:t>
            </a:r>
          </a:p>
        </p:txBody>
      </p:sp>
      <p:sp>
        <p:nvSpPr>
          <p:cNvPr id="17" name="Textplatzhalter 16"/>
          <p:cNvSpPr>
            <a:spLocks noGrp="1"/>
          </p:cNvSpPr>
          <p:nvPr>
            <p:ph type="body" sz="quarter" idx="14" hasCustomPrompt="1"/>
          </p:nvPr>
        </p:nvSpPr>
        <p:spPr>
          <a:xfrm>
            <a:off x="1411817" y="41857017"/>
            <a:ext cx="27536774" cy="5960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Fußzeilen werden u.a. gerne für weitere Verweise wie Links benutzt.</a:t>
            </a:r>
          </a:p>
        </p:txBody>
      </p:sp>
      <p:sp>
        <p:nvSpPr>
          <p:cNvPr id="20" name="Textplatzhalter 10"/>
          <p:cNvSpPr>
            <a:spLocks noGrp="1"/>
          </p:cNvSpPr>
          <p:nvPr>
            <p:ph type="body" sz="quarter" idx="30" hasCustomPrompt="1"/>
          </p:nvPr>
        </p:nvSpPr>
        <p:spPr>
          <a:xfrm>
            <a:off x="1366835" y="7817806"/>
            <a:ext cx="13217705" cy="9159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="0" i="0" cap="all" spc="100" baseline="0">
                <a:solidFill>
                  <a:srgbClr val="0E3F8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Headline</a:t>
            </a:r>
          </a:p>
        </p:txBody>
      </p:sp>
      <p:sp>
        <p:nvSpPr>
          <p:cNvPr id="23" name="Textplatzhalter 10"/>
          <p:cNvSpPr>
            <a:spLocks noGrp="1"/>
          </p:cNvSpPr>
          <p:nvPr>
            <p:ph type="body" sz="quarter" idx="31" hasCustomPrompt="1"/>
          </p:nvPr>
        </p:nvSpPr>
        <p:spPr>
          <a:xfrm>
            <a:off x="15687495" y="7817806"/>
            <a:ext cx="13217705" cy="9159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="0" i="0" cap="all" spc="100" baseline="0">
                <a:solidFill>
                  <a:srgbClr val="0E3F8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Headline</a:t>
            </a:r>
          </a:p>
        </p:txBody>
      </p:sp>
      <p:sp>
        <p:nvSpPr>
          <p:cNvPr id="24" name="Tabellenplatzhalter 23"/>
          <p:cNvSpPr>
            <a:spLocks noGrp="1"/>
          </p:cNvSpPr>
          <p:nvPr>
            <p:ph type="tbl" sz="quarter" idx="33"/>
          </p:nvPr>
        </p:nvSpPr>
        <p:spPr>
          <a:xfrm>
            <a:off x="15687675" y="8776742"/>
            <a:ext cx="13217525" cy="5458695"/>
          </a:xfrm>
          <a:prstGeom prst="rect">
            <a:avLst/>
          </a:prstGeom>
          <a:ln>
            <a:noFill/>
          </a:ln>
        </p:spPr>
        <p:txBody>
          <a:bodyPr vert="horz"/>
          <a:lstStyle>
            <a:lvl1pPr marL="0" indent="0">
              <a:buNone/>
              <a:defRPr sz="4000">
                <a:latin typeface="Arial"/>
                <a:cs typeface="Arial"/>
              </a:defRPr>
            </a:lvl1pPr>
          </a:lstStyle>
          <a:p>
            <a:endParaRPr lang="de-DE" dirty="0"/>
          </a:p>
        </p:txBody>
      </p:sp>
      <p:sp>
        <p:nvSpPr>
          <p:cNvPr id="31" name="Textplatzhalter 10"/>
          <p:cNvSpPr>
            <a:spLocks noGrp="1"/>
          </p:cNvSpPr>
          <p:nvPr>
            <p:ph type="body" sz="quarter" idx="34" hasCustomPrompt="1"/>
          </p:nvPr>
        </p:nvSpPr>
        <p:spPr>
          <a:xfrm>
            <a:off x="1366839" y="15770735"/>
            <a:ext cx="13217705" cy="9159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="0" i="0" cap="all" spc="100" baseline="0">
                <a:solidFill>
                  <a:srgbClr val="0E3F8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Headline</a:t>
            </a:r>
          </a:p>
        </p:txBody>
      </p:sp>
      <p:sp>
        <p:nvSpPr>
          <p:cNvPr id="39" name="SmartArt-Platzhalter 26"/>
          <p:cNvSpPr>
            <a:spLocks noGrp="1"/>
          </p:cNvSpPr>
          <p:nvPr>
            <p:ph type="dgm" sz="quarter" idx="37" hasCustomPrompt="1"/>
          </p:nvPr>
        </p:nvSpPr>
        <p:spPr>
          <a:xfrm>
            <a:off x="1524018" y="16917245"/>
            <a:ext cx="8733798" cy="5957762"/>
          </a:xfrm>
          <a:prstGeom prst="rect">
            <a:avLst/>
          </a:prstGeom>
          <a:ln>
            <a:noFill/>
          </a:ln>
        </p:spPr>
        <p:txBody>
          <a:bodyPr vert="horz"/>
          <a:lstStyle>
            <a:lvl1pPr marL="0" indent="0">
              <a:buNone/>
              <a:defRPr sz="4000"/>
            </a:lvl1pPr>
          </a:lstStyle>
          <a:p>
            <a:r>
              <a:rPr lang="de-DE" dirty="0"/>
              <a:t>Grafik</a:t>
            </a:r>
          </a:p>
        </p:txBody>
      </p:sp>
      <p:sp>
        <p:nvSpPr>
          <p:cNvPr id="40" name="SmartArt-Platzhalter 26"/>
          <p:cNvSpPr>
            <a:spLocks noGrp="1"/>
          </p:cNvSpPr>
          <p:nvPr>
            <p:ph type="dgm" sz="quarter" idx="38" hasCustomPrompt="1"/>
          </p:nvPr>
        </p:nvSpPr>
        <p:spPr>
          <a:xfrm>
            <a:off x="19929472" y="16917245"/>
            <a:ext cx="8737585" cy="5957762"/>
          </a:xfrm>
          <a:prstGeom prst="rect">
            <a:avLst/>
          </a:prstGeom>
          <a:ln>
            <a:noFill/>
          </a:ln>
        </p:spPr>
        <p:txBody>
          <a:bodyPr vert="horz"/>
          <a:lstStyle>
            <a:lvl1pPr marL="0" indent="0">
              <a:buNone/>
              <a:defRPr sz="4000"/>
            </a:lvl1pPr>
          </a:lstStyle>
          <a:p>
            <a:r>
              <a:rPr lang="de-DE" dirty="0"/>
              <a:t>Grafik</a:t>
            </a:r>
          </a:p>
        </p:txBody>
      </p:sp>
      <p:sp>
        <p:nvSpPr>
          <p:cNvPr id="41" name="Textplatzhalter 10"/>
          <p:cNvSpPr>
            <a:spLocks noGrp="1"/>
          </p:cNvSpPr>
          <p:nvPr>
            <p:ph type="body" sz="quarter" idx="39" hasCustomPrompt="1"/>
          </p:nvPr>
        </p:nvSpPr>
        <p:spPr>
          <a:xfrm>
            <a:off x="1366835" y="24423861"/>
            <a:ext cx="13217705" cy="9159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="0" i="0" cap="all" spc="100" baseline="0">
                <a:solidFill>
                  <a:srgbClr val="0E3F8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Headline</a:t>
            </a:r>
          </a:p>
        </p:txBody>
      </p:sp>
      <p:sp>
        <p:nvSpPr>
          <p:cNvPr id="18" name="Textplatzhalter 10"/>
          <p:cNvSpPr>
            <a:spLocks noGrp="1"/>
          </p:cNvSpPr>
          <p:nvPr>
            <p:ph type="body" sz="quarter" idx="41" hasCustomPrompt="1"/>
          </p:nvPr>
        </p:nvSpPr>
        <p:spPr>
          <a:xfrm>
            <a:off x="15646219" y="24423861"/>
            <a:ext cx="13217705" cy="9159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="0" i="0" cap="all" spc="100" baseline="0">
                <a:solidFill>
                  <a:srgbClr val="0E3F8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Headline</a:t>
            </a:r>
          </a:p>
        </p:txBody>
      </p:sp>
      <p:sp>
        <p:nvSpPr>
          <p:cNvPr id="25" name="Textplatzhalter 10"/>
          <p:cNvSpPr>
            <a:spLocks noGrp="1"/>
          </p:cNvSpPr>
          <p:nvPr>
            <p:ph type="body" sz="quarter" idx="43" hasCustomPrompt="1"/>
          </p:nvPr>
        </p:nvSpPr>
        <p:spPr>
          <a:xfrm>
            <a:off x="1366835" y="33538107"/>
            <a:ext cx="13217705" cy="9159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="0" i="0" cap="all" spc="100" baseline="0">
                <a:solidFill>
                  <a:srgbClr val="0E3F8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Headline</a:t>
            </a:r>
          </a:p>
        </p:txBody>
      </p:sp>
      <p:sp>
        <p:nvSpPr>
          <p:cNvPr id="27" name="Tabellenplatzhalter 23"/>
          <p:cNvSpPr>
            <a:spLocks noGrp="1"/>
          </p:cNvSpPr>
          <p:nvPr>
            <p:ph type="tbl" sz="quarter" idx="44"/>
          </p:nvPr>
        </p:nvSpPr>
        <p:spPr>
          <a:xfrm>
            <a:off x="1350131" y="34454094"/>
            <a:ext cx="18122988" cy="6135939"/>
          </a:xfrm>
          <a:prstGeom prst="rect">
            <a:avLst/>
          </a:prstGeom>
          <a:ln>
            <a:noFill/>
          </a:ln>
        </p:spPr>
        <p:txBody>
          <a:bodyPr vert="horz"/>
          <a:lstStyle>
            <a:lvl1pPr marL="0" indent="0">
              <a:buNone/>
              <a:defRPr sz="4000">
                <a:latin typeface="Arial"/>
                <a:cs typeface="Arial"/>
              </a:defRPr>
            </a:lvl1pPr>
          </a:lstStyle>
          <a:p>
            <a:endParaRPr lang="de-DE" dirty="0"/>
          </a:p>
        </p:txBody>
      </p:sp>
      <p:sp>
        <p:nvSpPr>
          <p:cNvPr id="4" name="Bildplatzhalter 3"/>
          <p:cNvSpPr>
            <a:spLocks noGrp="1"/>
          </p:cNvSpPr>
          <p:nvPr>
            <p:ph type="pic" sz="quarter" idx="45"/>
          </p:nvPr>
        </p:nvSpPr>
        <p:spPr>
          <a:xfrm>
            <a:off x="19929472" y="34453418"/>
            <a:ext cx="8934452" cy="6137275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4000"/>
            </a:lvl1pPr>
          </a:lstStyle>
          <a:p>
            <a:r>
              <a:rPr lang="de-DE" dirty="0"/>
              <a:t>Bild</a:t>
            </a:r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46" hasCustomPrompt="1"/>
          </p:nvPr>
        </p:nvSpPr>
        <p:spPr>
          <a:xfrm>
            <a:off x="1350132" y="8776743"/>
            <a:ext cx="13234232" cy="5458694"/>
          </a:xfrm>
          <a:prstGeom prst="rect">
            <a:avLst/>
          </a:prstGeom>
          <a:ln>
            <a:noFill/>
          </a:ln>
        </p:spPr>
        <p:txBody>
          <a:bodyPr vert="horz"/>
          <a:lstStyle>
            <a:lvl1pPr marL="0" marR="0" indent="0" algn="l" defTabSz="2088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500" baseline="0">
                <a:latin typeface="Arial"/>
              </a:defRPr>
            </a:lvl1pPr>
            <a:lvl2pPr>
              <a:defRPr sz="2500" baseline="0">
                <a:latin typeface="Arial"/>
              </a:defRPr>
            </a:lvl2pPr>
            <a:lvl3pPr>
              <a:defRPr sz="2500" baseline="0">
                <a:latin typeface="Arial"/>
              </a:defRPr>
            </a:lvl3pPr>
            <a:lvl4pPr>
              <a:defRPr sz="2500" baseline="0">
                <a:latin typeface="Arial"/>
              </a:defRPr>
            </a:lvl4pPr>
            <a:lvl5pPr>
              <a:defRPr sz="2500" baseline="0">
                <a:latin typeface="Arial"/>
              </a:defRPr>
            </a:lvl5pPr>
          </a:lstStyle>
          <a:p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Lorem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ipsum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dolor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sit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amet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consectetuer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adipiscing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elit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.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Aenean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commodo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ligula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eget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dolor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.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Aenean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massa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. Cum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sociis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natoque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penatibus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et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magnis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dis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parturient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montes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nascetur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ridiculus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mus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.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Donec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quam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felis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ultricies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nec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pellentesque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eu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pretium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quis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sem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.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Donec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pede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justo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fringilla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vel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aliquet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nec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vulputate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evulputate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get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arcu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. In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enim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justo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rhoncus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ut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imperdiet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a,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venenatis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vitae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justo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.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Nullam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dictum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felis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eu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pede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mollis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pretium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. Integer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tincidunt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.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Cras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dapibus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.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Vivamus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elementum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semper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nisi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.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Aenean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vulputate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eleifend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tellus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.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Vivamus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elementum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semper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nisi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.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Aenean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vulputate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eleifend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tellus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.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Aenean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elementum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. </a:t>
            </a:r>
          </a:p>
          <a:p>
            <a:endParaRPr lang="de-DE" sz="2500" b="0" i="0" u="none" strike="noStrike" dirty="0">
              <a:effectLst/>
              <a:latin typeface="Arial"/>
              <a:cs typeface="Arial"/>
            </a:endParaRPr>
          </a:p>
          <a:p>
            <a:pPr marL="0" marR="0" indent="0" algn="l" defTabSz="2088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Lorem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ipsum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dolor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sit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amet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consectetuer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adipiscing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elit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.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Aenean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commodo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ligula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eget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dolor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.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Aenean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massa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. Cum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sociis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natoque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penatibus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et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magnis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dis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parturient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montes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nascetur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ridiculus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mus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.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Donec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quam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felis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ultricies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nec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pellentesque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eu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pretium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quis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sem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.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Donec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pede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justo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fringilla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vel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aliquet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nec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vulputate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evulputate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get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arcu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. In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enim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justo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rhoncus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ut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imperdiet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a,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venenatis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vitae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justo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.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Nullam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dictum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felis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eu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pede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mollis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pretium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. Integer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tincidunt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.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Cras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dapibus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. </a:t>
            </a:r>
            <a:endParaRPr lang="de-DE" dirty="0"/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47" hasCustomPrompt="1"/>
          </p:nvPr>
        </p:nvSpPr>
        <p:spPr>
          <a:xfrm>
            <a:off x="1367020" y="25340073"/>
            <a:ext cx="13217524" cy="6642358"/>
          </a:xfrm>
          <a:prstGeom prst="rect">
            <a:avLst/>
          </a:prstGeom>
          <a:ln>
            <a:noFill/>
          </a:ln>
        </p:spPr>
        <p:txBody>
          <a:bodyPr vert="horz"/>
          <a:lstStyle>
            <a:lvl1pPr marL="342900" marR="0" indent="-342900" algn="l" defTabSz="2088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0E3F8E"/>
              </a:buClr>
              <a:buSzPct val="80000"/>
              <a:buFont typeface="Lucida Grande"/>
              <a:buChar char="&gt;"/>
              <a:tabLst/>
              <a:defRPr sz="2500">
                <a:latin typeface="Arial"/>
              </a:defRPr>
            </a:lvl1pPr>
            <a:lvl2pPr>
              <a:defRPr sz="2500">
                <a:latin typeface="Arial"/>
              </a:defRPr>
            </a:lvl2pPr>
            <a:lvl3pPr>
              <a:defRPr sz="2500">
                <a:latin typeface="Arial"/>
              </a:defRPr>
            </a:lvl3pPr>
            <a:lvl4pPr>
              <a:defRPr sz="2500">
                <a:latin typeface="Arial"/>
              </a:defRPr>
            </a:lvl4pPr>
            <a:lvl5pPr>
              <a:defRPr sz="2500">
                <a:latin typeface="Arial"/>
              </a:defRPr>
            </a:lvl5pPr>
          </a:lstStyle>
          <a:p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Lorem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ipsum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dolor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sit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amet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consectetuer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adipiscing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Lorem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ipsum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dolor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sit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amet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consectetuer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adipiscing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</a:p>
          <a:p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Lorem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ipsum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dolor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sit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amet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consectetuer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adipiscing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</a:p>
          <a:p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Lorem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ipsum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dolor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sit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amet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consectetuer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adipiscing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</a:p>
          <a:p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Lorem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ipsum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dolor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sit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amet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consectetuer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adipiscing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</a:p>
          <a:p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Lorem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ipsum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dolor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sit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amet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consectetuer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adipiscing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Lorem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ipsum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dolor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sit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amet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consectetuer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adipiscing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</a:p>
          <a:p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Lorem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ipsum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dolor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sit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amet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consectetuer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adipiscing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Lorem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ipsum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dolor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sit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amet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consectetuer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adipiscing</a:t>
            </a:r>
            <a:endParaRPr lang="de-DE" sz="2500" b="0" i="0" u="none" strike="noStrike" dirty="0">
              <a:effectLst/>
              <a:latin typeface="Arial"/>
              <a:cs typeface="Arial"/>
            </a:endParaRPr>
          </a:p>
          <a:p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Lorem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ipsum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dolor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sit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amet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consectetuer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adipiscing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</a:p>
          <a:p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Lorem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ipsum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dolor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sit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amet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consectetuer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adipiscing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</a:p>
          <a:p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Lorem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ipsum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dolor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sit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amet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consectetuer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adipiscing</a:t>
            </a:r>
            <a:endParaRPr lang="de-DE" sz="2500" b="0" i="0" u="none" strike="noStrike" dirty="0">
              <a:effectLst/>
              <a:latin typeface="Arial"/>
              <a:cs typeface="Arial"/>
            </a:endParaRPr>
          </a:p>
          <a:p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Lorem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ipsum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dolor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sit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amet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consectetuer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adipiscing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Lorem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ipsum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dolor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sit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amet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consectetuer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adipiscing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</a:p>
        </p:txBody>
      </p:sp>
      <p:sp>
        <p:nvSpPr>
          <p:cNvPr id="43" name="Diagrammplatzhalter 31"/>
          <p:cNvSpPr>
            <a:spLocks noGrp="1"/>
          </p:cNvSpPr>
          <p:nvPr>
            <p:ph type="chart" sz="quarter" idx="49"/>
          </p:nvPr>
        </p:nvSpPr>
        <p:spPr>
          <a:xfrm>
            <a:off x="10721871" y="16917035"/>
            <a:ext cx="8743546" cy="5957762"/>
          </a:xfrm>
          <a:prstGeom prst="rect">
            <a:avLst/>
          </a:prstGeom>
          <a:ln>
            <a:noFill/>
          </a:ln>
        </p:spPr>
        <p:txBody>
          <a:bodyPr vert="horz"/>
          <a:lstStyle>
            <a:lvl1pPr marL="0" indent="0">
              <a:buNone/>
              <a:defRPr sz="4000">
                <a:latin typeface="Arial"/>
                <a:cs typeface="Arial"/>
              </a:defRPr>
            </a:lvl1pPr>
          </a:lstStyle>
          <a:p>
            <a:r>
              <a:rPr lang="de-DE" dirty="0"/>
              <a:t>Diagramm</a:t>
            </a:r>
          </a:p>
        </p:txBody>
      </p:sp>
      <p:sp>
        <p:nvSpPr>
          <p:cNvPr id="44" name="Diagrammplatzhalter 31"/>
          <p:cNvSpPr>
            <a:spLocks noGrp="1"/>
          </p:cNvSpPr>
          <p:nvPr>
            <p:ph type="chart" sz="quarter" idx="50"/>
          </p:nvPr>
        </p:nvSpPr>
        <p:spPr>
          <a:xfrm>
            <a:off x="15646218" y="25339848"/>
            <a:ext cx="13217705" cy="6642583"/>
          </a:xfrm>
          <a:prstGeom prst="rect">
            <a:avLst/>
          </a:prstGeom>
          <a:ln>
            <a:noFill/>
          </a:ln>
        </p:spPr>
        <p:txBody>
          <a:bodyPr vert="horz"/>
          <a:lstStyle>
            <a:lvl1pPr marL="0" indent="0">
              <a:buNone/>
              <a:defRPr sz="4000">
                <a:latin typeface="Arial"/>
                <a:cs typeface="Arial"/>
              </a:defRPr>
            </a:lvl1pPr>
          </a:lstStyle>
          <a:p>
            <a:r>
              <a:rPr lang="de-DE" dirty="0"/>
              <a:t>Diagramm</a:t>
            </a:r>
          </a:p>
        </p:txBody>
      </p:sp>
      <p:sp>
        <p:nvSpPr>
          <p:cNvPr id="37" name="Textplatzhalter 36"/>
          <p:cNvSpPr>
            <a:spLocks noGrp="1"/>
          </p:cNvSpPr>
          <p:nvPr>
            <p:ph type="body" sz="quarter" idx="51" hasCustomPrompt="1"/>
          </p:nvPr>
        </p:nvSpPr>
        <p:spPr>
          <a:xfrm>
            <a:off x="1366838" y="5019651"/>
            <a:ext cx="27538362" cy="873128"/>
          </a:xfrm>
          <a:prstGeom prst="rect">
            <a:avLst/>
          </a:prstGeom>
        </p:spPr>
        <p:txBody>
          <a:bodyPr vert="horz"/>
          <a:lstStyle>
            <a:lvl1pPr marL="0" marR="0" indent="0" algn="l" defTabSz="2088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4000" b="0" i="0">
                <a:solidFill>
                  <a:schemeClr val="bg1"/>
                </a:solidFill>
                <a:latin typeface="Arial"/>
              </a:defRPr>
            </a:lvl1pPr>
            <a:lvl2pPr>
              <a:defRPr sz="4000">
                <a:latin typeface="Arial"/>
              </a:defRPr>
            </a:lvl2pPr>
            <a:lvl3pPr>
              <a:defRPr sz="4000">
                <a:latin typeface="Arial"/>
              </a:defRPr>
            </a:lvl3pPr>
            <a:lvl4pPr>
              <a:defRPr sz="4000">
                <a:latin typeface="Arial"/>
              </a:defRPr>
            </a:lvl4pPr>
            <a:lvl5pPr>
              <a:defRPr sz="4000">
                <a:latin typeface="Arial"/>
              </a:defRPr>
            </a:lvl5pPr>
          </a:lstStyle>
          <a:p>
            <a:pPr marL="0" marR="0" lvl="0" indent="0" algn="l" defTabSz="2088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de-DE" sz="4000" cap="none" dirty="0" err="1"/>
              <a:t>Subline</a:t>
            </a:r>
            <a:r>
              <a:rPr lang="de-DE" sz="4000" cap="none" dirty="0"/>
              <a:t> </a:t>
            </a:r>
            <a:r>
              <a:rPr lang="de-DE" sz="4000" cap="none" dirty="0" err="1"/>
              <a:t>Subline</a:t>
            </a:r>
            <a:r>
              <a:rPr lang="de-DE" sz="4000" cap="none" dirty="0"/>
              <a:t> </a:t>
            </a:r>
            <a:r>
              <a:rPr lang="de-DE" sz="4000" cap="none" dirty="0" err="1"/>
              <a:t>Subline</a:t>
            </a:r>
            <a:r>
              <a:rPr lang="de-DE" sz="4000" cap="none" dirty="0"/>
              <a:t> </a:t>
            </a:r>
            <a:r>
              <a:rPr lang="de-DE" sz="4000" cap="none" dirty="0" err="1"/>
              <a:t>Subline</a:t>
            </a:r>
            <a:r>
              <a:rPr lang="de-DE" sz="4000" cap="none" dirty="0"/>
              <a:t> </a:t>
            </a:r>
            <a:r>
              <a:rPr lang="de-DE" sz="4000" cap="none" dirty="0" err="1"/>
              <a:t>Subline</a:t>
            </a:r>
            <a:r>
              <a:rPr lang="de-DE" sz="4000" cap="none" dirty="0"/>
              <a:t> </a:t>
            </a:r>
            <a:r>
              <a:rPr lang="de-DE" sz="4000" cap="none" dirty="0" err="1"/>
              <a:t>Subline</a:t>
            </a:r>
            <a:r>
              <a:rPr lang="de-DE" sz="4000" cap="none" dirty="0"/>
              <a:t> </a:t>
            </a:r>
            <a:r>
              <a:rPr lang="de-DE" sz="4000" cap="none" dirty="0" err="1"/>
              <a:t>Subline</a:t>
            </a:r>
            <a:r>
              <a:rPr lang="de-DE" sz="4000" cap="none" dirty="0"/>
              <a:t> </a:t>
            </a:r>
          </a:p>
          <a:p>
            <a:pPr marL="0" marR="0" lvl="0" indent="0" algn="l" defTabSz="2088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lang="de-DE" sz="4000" cap="none" dirty="0"/>
          </a:p>
        </p:txBody>
      </p:sp>
      <p:sp>
        <p:nvSpPr>
          <p:cNvPr id="45" name="Textplatzhalter 16"/>
          <p:cNvSpPr>
            <a:spLocks noGrp="1"/>
          </p:cNvSpPr>
          <p:nvPr>
            <p:ph type="body" sz="quarter" idx="52" hasCustomPrompt="1"/>
          </p:nvPr>
        </p:nvSpPr>
        <p:spPr>
          <a:xfrm>
            <a:off x="1368427" y="40640832"/>
            <a:ext cx="8747554" cy="5960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Hier steht ggf. eine Bildunterschrift oder Erklärung zum Kasten darüber.</a:t>
            </a:r>
          </a:p>
        </p:txBody>
      </p:sp>
      <p:sp>
        <p:nvSpPr>
          <p:cNvPr id="46" name="Textplatzhalter 16"/>
          <p:cNvSpPr>
            <a:spLocks noGrp="1"/>
          </p:cNvSpPr>
          <p:nvPr>
            <p:ph type="body" sz="quarter" idx="53" hasCustomPrompt="1"/>
          </p:nvPr>
        </p:nvSpPr>
        <p:spPr>
          <a:xfrm>
            <a:off x="19929472" y="40640832"/>
            <a:ext cx="8893177" cy="5960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Hier steht ggf. eine Bildunterschrift oder Erklärung zum Kasten darüber.</a:t>
            </a:r>
          </a:p>
        </p:txBody>
      </p:sp>
      <p:sp>
        <p:nvSpPr>
          <p:cNvPr id="47" name="Textplatzhalter 16"/>
          <p:cNvSpPr>
            <a:spLocks noGrp="1"/>
          </p:cNvSpPr>
          <p:nvPr>
            <p:ph type="body" sz="quarter" idx="54" hasCustomPrompt="1"/>
          </p:nvPr>
        </p:nvSpPr>
        <p:spPr>
          <a:xfrm>
            <a:off x="15646218" y="31982431"/>
            <a:ext cx="8747554" cy="5960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Hier steht ggf. eine Bildunterschrift oder Erklärung zum Kasten darüber.</a:t>
            </a:r>
          </a:p>
        </p:txBody>
      </p:sp>
      <p:sp>
        <p:nvSpPr>
          <p:cNvPr id="48" name="Textplatzhalter 16"/>
          <p:cNvSpPr>
            <a:spLocks noGrp="1"/>
          </p:cNvSpPr>
          <p:nvPr>
            <p:ph type="body" sz="quarter" idx="55" hasCustomPrompt="1"/>
          </p:nvPr>
        </p:nvSpPr>
        <p:spPr>
          <a:xfrm>
            <a:off x="1524017" y="22887227"/>
            <a:ext cx="8733799" cy="5960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Hier steht ggf. eine Bildunterschrift oder Erklärung zum Kasten darüber.</a:t>
            </a:r>
          </a:p>
        </p:txBody>
      </p:sp>
      <p:sp>
        <p:nvSpPr>
          <p:cNvPr id="49" name="Textplatzhalter 16"/>
          <p:cNvSpPr>
            <a:spLocks noGrp="1"/>
          </p:cNvSpPr>
          <p:nvPr>
            <p:ph type="body" sz="quarter" idx="56" hasCustomPrompt="1"/>
          </p:nvPr>
        </p:nvSpPr>
        <p:spPr>
          <a:xfrm>
            <a:off x="10754299" y="22887227"/>
            <a:ext cx="8711118" cy="5960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Hier steht ggf. eine Bildunterschrift oder Erklärung zum Kasten darüber.</a:t>
            </a:r>
          </a:p>
        </p:txBody>
      </p:sp>
      <p:sp>
        <p:nvSpPr>
          <p:cNvPr id="50" name="Textplatzhalter 16"/>
          <p:cNvSpPr>
            <a:spLocks noGrp="1"/>
          </p:cNvSpPr>
          <p:nvPr>
            <p:ph type="body" sz="quarter" idx="57" hasCustomPrompt="1"/>
          </p:nvPr>
        </p:nvSpPr>
        <p:spPr>
          <a:xfrm>
            <a:off x="19929472" y="22887227"/>
            <a:ext cx="8737585" cy="5960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Hier steht ggf. eine Bildunterschrift oder Erklärung zum Kasten darüber.</a:t>
            </a:r>
          </a:p>
        </p:txBody>
      </p:sp>
      <p:sp>
        <p:nvSpPr>
          <p:cNvPr id="51" name="Textplatzhalter 16"/>
          <p:cNvSpPr>
            <a:spLocks noGrp="1"/>
          </p:cNvSpPr>
          <p:nvPr>
            <p:ph type="body" sz="quarter" idx="58" hasCustomPrompt="1"/>
          </p:nvPr>
        </p:nvSpPr>
        <p:spPr>
          <a:xfrm>
            <a:off x="15701319" y="14235437"/>
            <a:ext cx="8747554" cy="5960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Hier steht ggf. eine Bildunterschrift oder Erklärung zum Kasten darüber.</a:t>
            </a:r>
          </a:p>
        </p:txBody>
      </p:sp>
      <p:cxnSp>
        <p:nvCxnSpPr>
          <p:cNvPr id="58" name="Gerade Verbindung 57"/>
          <p:cNvCxnSpPr/>
          <p:nvPr userDrawn="1"/>
        </p:nvCxnSpPr>
        <p:spPr>
          <a:xfrm>
            <a:off x="1411817" y="41627581"/>
            <a:ext cx="27455815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Gerade Verbindung 31"/>
          <p:cNvCxnSpPr/>
          <p:nvPr userDrawn="1"/>
        </p:nvCxnSpPr>
        <p:spPr>
          <a:xfrm>
            <a:off x="1366835" y="32991952"/>
            <a:ext cx="27455815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Gerade Verbindung 32"/>
          <p:cNvCxnSpPr/>
          <p:nvPr userDrawn="1"/>
        </p:nvCxnSpPr>
        <p:spPr>
          <a:xfrm>
            <a:off x="1327150" y="23868831"/>
            <a:ext cx="27455815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Gerade Verbindung 33"/>
          <p:cNvCxnSpPr/>
          <p:nvPr userDrawn="1"/>
        </p:nvCxnSpPr>
        <p:spPr>
          <a:xfrm>
            <a:off x="1327150" y="15204712"/>
            <a:ext cx="27455815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12476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t Partner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 userDrawn="1"/>
        </p:nvSpPr>
        <p:spPr>
          <a:xfrm>
            <a:off x="1327150" y="16686722"/>
            <a:ext cx="27495499" cy="6796561"/>
          </a:xfrm>
          <a:prstGeom prst="rect">
            <a:avLst/>
          </a:prstGeom>
          <a:solidFill>
            <a:srgbClr val="0D3D88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4" name="Rechteck 53"/>
          <p:cNvSpPr/>
          <p:nvPr userDrawn="1"/>
        </p:nvSpPr>
        <p:spPr>
          <a:xfrm>
            <a:off x="1327150" y="5892778"/>
            <a:ext cx="28948062" cy="492549"/>
          </a:xfrm>
          <a:prstGeom prst="rect">
            <a:avLst/>
          </a:prstGeom>
          <a:gradFill flip="none" rotWithShape="1">
            <a:gsLst>
              <a:gs pos="0">
                <a:srgbClr val="162957">
                  <a:alpha val="60000"/>
                </a:srgbClr>
              </a:gs>
              <a:gs pos="100000">
                <a:srgbClr val="0069B5">
                  <a:alpha val="50000"/>
                </a:srgbClr>
              </a:gs>
            </a:gsLst>
            <a:lin ang="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eck 2"/>
          <p:cNvSpPr/>
          <p:nvPr userDrawn="1"/>
        </p:nvSpPr>
        <p:spPr>
          <a:xfrm>
            <a:off x="-1" y="4835503"/>
            <a:ext cx="30275213" cy="1057275"/>
          </a:xfrm>
          <a:prstGeom prst="rect">
            <a:avLst/>
          </a:prstGeom>
          <a:gradFill flip="none" rotWithShape="1">
            <a:gsLst>
              <a:gs pos="0">
                <a:srgbClr val="162957"/>
              </a:gs>
              <a:gs pos="100000">
                <a:srgbClr val="0069B5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itel 1"/>
          <p:cNvSpPr>
            <a:spLocks noGrp="1"/>
          </p:cNvSpPr>
          <p:nvPr>
            <p:ph type="ctrTitle" hasCustomPrompt="1"/>
          </p:nvPr>
        </p:nvSpPr>
        <p:spPr>
          <a:xfrm>
            <a:off x="1350131" y="2279489"/>
            <a:ext cx="13217526" cy="20937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6000" b="1" cap="all" spc="300" baseline="0">
                <a:solidFill>
                  <a:srgbClr val="0E3F8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HEADLINE HEADLINE HEADLINE HEADLINE</a:t>
            </a:r>
          </a:p>
        </p:txBody>
      </p:sp>
      <p:sp>
        <p:nvSpPr>
          <p:cNvPr id="29" name="Textplatzhalter 10"/>
          <p:cNvSpPr>
            <a:spLocks noGrp="1"/>
          </p:cNvSpPr>
          <p:nvPr>
            <p:ph type="body" sz="quarter" idx="19" hasCustomPrompt="1"/>
          </p:nvPr>
        </p:nvSpPr>
        <p:spPr>
          <a:xfrm>
            <a:off x="1366836" y="5855818"/>
            <a:ext cx="19779773" cy="52950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0" i="0" cap="none" spc="10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Max Mustermann, Martina Musterfrau</a:t>
            </a:r>
          </a:p>
        </p:txBody>
      </p:sp>
      <p:sp>
        <p:nvSpPr>
          <p:cNvPr id="20" name="Textplatzhalter 10"/>
          <p:cNvSpPr>
            <a:spLocks noGrp="1"/>
          </p:cNvSpPr>
          <p:nvPr>
            <p:ph type="body" sz="quarter" idx="30" hasCustomPrompt="1"/>
          </p:nvPr>
        </p:nvSpPr>
        <p:spPr>
          <a:xfrm>
            <a:off x="1366835" y="7817806"/>
            <a:ext cx="13217705" cy="9159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="0" i="0" cap="all" spc="100" baseline="0">
                <a:solidFill>
                  <a:srgbClr val="0E3F8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Headline</a:t>
            </a:r>
          </a:p>
        </p:txBody>
      </p:sp>
      <p:sp>
        <p:nvSpPr>
          <p:cNvPr id="23" name="Textplatzhalter 10"/>
          <p:cNvSpPr>
            <a:spLocks noGrp="1"/>
          </p:cNvSpPr>
          <p:nvPr>
            <p:ph type="body" sz="quarter" idx="31" hasCustomPrompt="1"/>
          </p:nvPr>
        </p:nvSpPr>
        <p:spPr>
          <a:xfrm>
            <a:off x="15687495" y="7817806"/>
            <a:ext cx="13217705" cy="9159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="0" i="0" cap="all" spc="100" baseline="0">
                <a:solidFill>
                  <a:srgbClr val="0E3F8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Headline</a:t>
            </a:r>
          </a:p>
        </p:txBody>
      </p:sp>
      <p:sp>
        <p:nvSpPr>
          <p:cNvPr id="24" name="Tabellenplatzhalter 23"/>
          <p:cNvSpPr>
            <a:spLocks noGrp="1"/>
          </p:cNvSpPr>
          <p:nvPr>
            <p:ph type="tbl" sz="quarter" idx="33"/>
          </p:nvPr>
        </p:nvSpPr>
        <p:spPr>
          <a:xfrm>
            <a:off x="15687675" y="8776742"/>
            <a:ext cx="13217525" cy="5458695"/>
          </a:xfrm>
          <a:prstGeom prst="rect">
            <a:avLst/>
          </a:prstGeom>
          <a:ln>
            <a:noFill/>
          </a:ln>
        </p:spPr>
        <p:txBody>
          <a:bodyPr vert="horz"/>
          <a:lstStyle>
            <a:lvl1pPr marL="0" indent="0">
              <a:buNone/>
              <a:defRPr sz="4000">
                <a:latin typeface="Arial"/>
                <a:cs typeface="Arial"/>
              </a:defRPr>
            </a:lvl1pPr>
          </a:lstStyle>
          <a:p>
            <a:endParaRPr lang="de-DE" dirty="0"/>
          </a:p>
        </p:txBody>
      </p:sp>
      <p:sp>
        <p:nvSpPr>
          <p:cNvPr id="31" name="Textplatzhalter 10"/>
          <p:cNvSpPr>
            <a:spLocks noGrp="1"/>
          </p:cNvSpPr>
          <p:nvPr>
            <p:ph type="body" sz="quarter" idx="34" hasCustomPrompt="1"/>
          </p:nvPr>
        </p:nvSpPr>
        <p:spPr>
          <a:xfrm>
            <a:off x="1366839" y="15770735"/>
            <a:ext cx="13217705" cy="9159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="0" i="0" cap="all" spc="100" baseline="0">
                <a:solidFill>
                  <a:srgbClr val="0E3F8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Headline</a:t>
            </a:r>
          </a:p>
        </p:txBody>
      </p:sp>
      <p:sp>
        <p:nvSpPr>
          <p:cNvPr id="39" name="SmartArt-Platzhalter 26"/>
          <p:cNvSpPr>
            <a:spLocks noGrp="1"/>
          </p:cNvSpPr>
          <p:nvPr>
            <p:ph type="dgm" sz="quarter" idx="37" hasCustomPrompt="1"/>
          </p:nvPr>
        </p:nvSpPr>
        <p:spPr>
          <a:xfrm>
            <a:off x="1524018" y="16917245"/>
            <a:ext cx="8733798" cy="5957762"/>
          </a:xfrm>
          <a:prstGeom prst="rect">
            <a:avLst/>
          </a:prstGeom>
          <a:ln>
            <a:noFill/>
          </a:ln>
        </p:spPr>
        <p:txBody>
          <a:bodyPr vert="horz"/>
          <a:lstStyle>
            <a:lvl1pPr marL="0" indent="0">
              <a:buNone/>
              <a:defRPr sz="4000"/>
            </a:lvl1pPr>
          </a:lstStyle>
          <a:p>
            <a:r>
              <a:rPr lang="de-DE" dirty="0"/>
              <a:t>Grafik</a:t>
            </a:r>
          </a:p>
        </p:txBody>
      </p:sp>
      <p:sp>
        <p:nvSpPr>
          <p:cNvPr id="40" name="SmartArt-Platzhalter 26"/>
          <p:cNvSpPr>
            <a:spLocks noGrp="1"/>
          </p:cNvSpPr>
          <p:nvPr>
            <p:ph type="dgm" sz="quarter" idx="38" hasCustomPrompt="1"/>
          </p:nvPr>
        </p:nvSpPr>
        <p:spPr>
          <a:xfrm>
            <a:off x="19929472" y="16917245"/>
            <a:ext cx="8737585" cy="5957762"/>
          </a:xfrm>
          <a:prstGeom prst="rect">
            <a:avLst/>
          </a:prstGeom>
          <a:ln>
            <a:noFill/>
          </a:ln>
        </p:spPr>
        <p:txBody>
          <a:bodyPr vert="horz"/>
          <a:lstStyle>
            <a:lvl1pPr marL="0" indent="0">
              <a:buNone/>
              <a:defRPr sz="4000"/>
            </a:lvl1pPr>
          </a:lstStyle>
          <a:p>
            <a:r>
              <a:rPr lang="de-DE" dirty="0"/>
              <a:t>Grafik</a:t>
            </a:r>
          </a:p>
        </p:txBody>
      </p:sp>
      <p:sp>
        <p:nvSpPr>
          <p:cNvPr id="41" name="Textplatzhalter 10"/>
          <p:cNvSpPr>
            <a:spLocks noGrp="1"/>
          </p:cNvSpPr>
          <p:nvPr>
            <p:ph type="body" sz="quarter" idx="39" hasCustomPrompt="1"/>
          </p:nvPr>
        </p:nvSpPr>
        <p:spPr>
          <a:xfrm>
            <a:off x="1366835" y="24423861"/>
            <a:ext cx="13217705" cy="9159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="0" i="0" cap="all" spc="100" baseline="0">
                <a:solidFill>
                  <a:srgbClr val="0E3F8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Headline</a:t>
            </a:r>
          </a:p>
        </p:txBody>
      </p:sp>
      <p:sp>
        <p:nvSpPr>
          <p:cNvPr id="18" name="Textplatzhalter 10"/>
          <p:cNvSpPr>
            <a:spLocks noGrp="1"/>
          </p:cNvSpPr>
          <p:nvPr>
            <p:ph type="body" sz="quarter" idx="41" hasCustomPrompt="1"/>
          </p:nvPr>
        </p:nvSpPr>
        <p:spPr>
          <a:xfrm>
            <a:off x="15646219" y="24423861"/>
            <a:ext cx="13217705" cy="9159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="0" i="0" cap="all" spc="100" baseline="0">
                <a:solidFill>
                  <a:srgbClr val="0E3F8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Headline</a:t>
            </a:r>
          </a:p>
        </p:txBody>
      </p:sp>
      <p:sp>
        <p:nvSpPr>
          <p:cNvPr id="25" name="Textplatzhalter 10"/>
          <p:cNvSpPr>
            <a:spLocks noGrp="1"/>
          </p:cNvSpPr>
          <p:nvPr>
            <p:ph type="body" sz="quarter" idx="43" hasCustomPrompt="1"/>
          </p:nvPr>
        </p:nvSpPr>
        <p:spPr>
          <a:xfrm>
            <a:off x="1366835" y="33538107"/>
            <a:ext cx="13217705" cy="9159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="0" i="0" cap="all" spc="100" baseline="0">
                <a:solidFill>
                  <a:srgbClr val="0E3F8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Headline</a:t>
            </a:r>
          </a:p>
        </p:txBody>
      </p:sp>
      <p:sp>
        <p:nvSpPr>
          <p:cNvPr id="27" name="Tabellenplatzhalter 23"/>
          <p:cNvSpPr>
            <a:spLocks noGrp="1"/>
          </p:cNvSpPr>
          <p:nvPr>
            <p:ph type="tbl" sz="quarter" idx="44"/>
          </p:nvPr>
        </p:nvSpPr>
        <p:spPr>
          <a:xfrm>
            <a:off x="1350131" y="34454096"/>
            <a:ext cx="18122988" cy="4096190"/>
          </a:xfrm>
          <a:prstGeom prst="rect">
            <a:avLst/>
          </a:prstGeom>
          <a:ln>
            <a:noFill/>
          </a:ln>
        </p:spPr>
        <p:txBody>
          <a:bodyPr vert="horz"/>
          <a:lstStyle>
            <a:lvl1pPr marL="0" indent="0">
              <a:buNone/>
              <a:defRPr sz="4000">
                <a:latin typeface="Arial"/>
                <a:cs typeface="Arial"/>
              </a:defRPr>
            </a:lvl1pPr>
          </a:lstStyle>
          <a:p>
            <a:endParaRPr lang="de-DE" dirty="0"/>
          </a:p>
        </p:txBody>
      </p:sp>
      <p:sp>
        <p:nvSpPr>
          <p:cNvPr id="4" name="Bildplatzhalter 3"/>
          <p:cNvSpPr>
            <a:spLocks noGrp="1"/>
          </p:cNvSpPr>
          <p:nvPr>
            <p:ph type="pic" sz="quarter" idx="45"/>
          </p:nvPr>
        </p:nvSpPr>
        <p:spPr>
          <a:xfrm>
            <a:off x="19929472" y="34453419"/>
            <a:ext cx="8934452" cy="4096867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4000"/>
            </a:lvl1pPr>
          </a:lstStyle>
          <a:p>
            <a:r>
              <a:rPr lang="de-DE" dirty="0"/>
              <a:t>Bild</a:t>
            </a:r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46" hasCustomPrompt="1"/>
          </p:nvPr>
        </p:nvSpPr>
        <p:spPr>
          <a:xfrm>
            <a:off x="1350132" y="8776743"/>
            <a:ext cx="13234232" cy="5458694"/>
          </a:xfrm>
          <a:prstGeom prst="rect">
            <a:avLst/>
          </a:prstGeom>
          <a:ln>
            <a:noFill/>
          </a:ln>
        </p:spPr>
        <p:txBody>
          <a:bodyPr vert="horz"/>
          <a:lstStyle>
            <a:lvl1pPr marL="0" marR="0" indent="0" algn="l" defTabSz="2088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500" baseline="0">
                <a:latin typeface="Arial"/>
              </a:defRPr>
            </a:lvl1pPr>
            <a:lvl2pPr>
              <a:defRPr sz="2500" baseline="0">
                <a:latin typeface="Arial"/>
              </a:defRPr>
            </a:lvl2pPr>
            <a:lvl3pPr>
              <a:defRPr sz="2500" baseline="0">
                <a:latin typeface="Arial"/>
              </a:defRPr>
            </a:lvl3pPr>
            <a:lvl4pPr>
              <a:defRPr sz="2500" baseline="0">
                <a:latin typeface="Arial"/>
              </a:defRPr>
            </a:lvl4pPr>
            <a:lvl5pPr>
              <a:defRPr sz="2500" baseline="0">
                <a:latin typeface="Arial"/>
              </a:defRPr>
            </a:lvl5pPr>
          </a:lstStyle>
          <a:p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Lorem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ipsum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dolor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sit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amet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consectetuer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adipiscing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elit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.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Aenean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commodo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ligula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eget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dolor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.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Aenean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massa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. Cum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sociis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natoque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penatibus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et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magnis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dis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parturient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montes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nascetur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ridiculus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mus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.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Donec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quam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felis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ultricies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nec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pellentesque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eu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pretium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quis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sem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.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Donec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pede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justo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fringilla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vel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aliquet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nec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vulputate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evulputate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get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arcu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. In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enim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justo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rhoncus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ut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imperdiet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a,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venenatis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vitae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justo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.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Nullam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dictum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felis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eu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pede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mollis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pretium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. Integer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tincidunt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.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Cras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dapibus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.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Vivamus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elementum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semper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nisi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.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Aenean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vulputate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eleifend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tellus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.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Vivamus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elementum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semper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nisi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.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Aenean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vulputate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eleifend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tellus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.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Aenean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elementum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. </a:t>
            </a:r>
          </a:p>
          <a:p>
            <a:endParaRPr lang="de-DE" sz="2500" b="0" i="0" u="none" strike="noStrike" dirty="0">
              <a:effectLst/>
              <a:latin typeface="Arial"/>
              <a:cs typeface="Arial"/>
            </a:endParaRPr>
          </a:p>
          <a:p>
            <a:pPr marL="0" marR="0" indent="0" algn="l" defTabSz="2088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Lorem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ipsum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dolor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sit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amet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consectetuer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adipiscing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elit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.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Aenean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commodo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ligula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eget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dolor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.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Aenean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massa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. Cum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sociis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natoque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penatibus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et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magnis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dis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parturient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montes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nascetur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ridiculus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mus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.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Donec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quam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felis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ultricies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nec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pellentesque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eu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pretium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quis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sem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.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Donec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pede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justo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fringilla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vel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aliquet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nec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vulputate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evulputate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get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arcu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. In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enim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justo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rhoncus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ut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imperdiet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a,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venenatis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vitae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justo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.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Nullam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dictum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felis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eu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pede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mollis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pretium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. Integer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tincidunt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.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Cras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dapibus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. </a:t>
            </a:r>
            <a:endParaRPr lang="de-DE" dirty="0"/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47" hasCustomPrompt="1"/>
          </p:nvPr>
        </p:nvSpPr>
        <p:spPr>
          <a:xfrm>
            <a:off x="1367020" y="25340073"/>
            <a:ext cx="13217524" cy="6642358"/>
          </a:xfrm>
          <a:prstGeom prst="rect">
            <a:avLst/>
          </a:prstGeom>
          <a:ln>
            <a:noFill/>
          </a:ln>
        </p:spPr>
        <p:txBody>
          <a:bodyPr vert="horz"/>
          <a:lstStyle>
            <a:lvl1pPr marL="342900" marR="0" indent="-342900" algn="l" defTabSz="2088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0E3F8E"/>
              </a:buClr>
              <a:buSzPct val="80000"/>
              <a:buFont typeface="Lucida Grande"/>
              <a:buChar char="&gt;"/>
              <a:tabLst/>
              <a:defRPr sz="2500">
                <a:latin typeface="Arial"/>
              </a:defRPr>
            </a:lvl1pPr>
            <a:lvl2pPr>
              <a:defRPr sz="2500">
                <a:latin typeface="Arial"/>
              </a:defRPr>
            </a:lvl2pPr>
            <a:lvl3pPr>
              <a:defRPr sz="2500">
                <a:latin typeface="Arial"/>
              </a:defRPr>
            </a:lvl3pPr>
            <a:lvl4pPr>
              <a:defRPr sz="2500">
                <a:latin typeface="Arial"/>
              </a:defRPr>
            </a:lvl4pPr>
            <a:lvl5pPr>
              <a:defRPr sz="2500">
                <a:latin typeface="Arial"/>
              </a:defRPr>
            </a:lvl5pPr>
          </a:lstStyle>
          <a:p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Lorem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ipsum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dolor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sit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amet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consectetuer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adipiscing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Lorem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ipsum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dolor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sit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amet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consectetuer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adipiscing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</a:p>
          <a:p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Lorem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ipsum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dolor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sit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amet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consectetuer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adipiscing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</a:p>
          <a:p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Lorem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ipsum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dolor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sit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amet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consectetuer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adipiscing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</a:p>
          <a:p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Lorem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ipsum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dolor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sit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amet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consectetuer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adipiscing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</a:p>
          <a:p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Lorem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ipsum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dolor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sit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amet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consectetuer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adipiscing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Lorem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ipsum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dolor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sit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amet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consectetuer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adipiscing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</a:p>
          <a:p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Lorem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ipsum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dolor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sit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amet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consectetuer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adipiscing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Lorem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ipsum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dolor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sit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amet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consectetuer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adipiscing</a:t>
            </a:r>
            <a:endParaRPr lang="de-DE" sz="2500" b="0" i="0" u="none" strike="noStrike" dirty="0">
              <a:effectLst/>
              <a:latin typeface="Arial"/>
              <a:cs typeface="Arial"/>
            </a:endParaRPr>
          </a:p>
          <a:p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Lorem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ipsum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dolor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sit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amet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consectetuer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adipiscing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</a:p>
          <a:p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Lorem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ipsum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dolor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sit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amet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consectetuer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adipiscing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</a:p>
          <a:p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Lorem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ipsum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dolor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sit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amet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consectetuer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adipiscing</a:t>
            </a:r>
            <a:endParaRPr lang="de-DE" sz="2500" b="0" i="0" u="none" strike="noStrike" dirty="0">
              <a:effectLst/>
              <a:latin typeface="Arial"/>
              <a:cs typeface="Arial"/>
            </a:endParaRPr>
          </a:p>
          <a:p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Lorem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ipsum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dolor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sit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amet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consectetuer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adipiscing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Lorem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ipsum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dolor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sit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amet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,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consectetuer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  <a:r>
              <a:rPr lang="de-DE" sz="2500" b="0" i="0" u="none" strike="noStrike" dirty="0" err="1">
                <a:effectLst/>
                <a:latin typeface="Arial"/>
                <a:cs typeface="Arial"/>
              </a:rPr>
              <a:t>adipiscing</a:t>
            </a:r>
            <a:r>
              <a:rPr lang="de-DE" sz="2500" b="0" i="0" u="none" strike="noStrike" dirty="0">
                <a:effectLst/>
                <a:latin typeface="Arial"/>
                <a:cs typeface="Arial"/>
              </a:rPr>
              <a:t> </a:t>
            </a:r>
          </a:p>
        </p:txBody>
      </p:sp>
      <p:sp>
        <p:nvSpPr>
          <p:cNvPr id="43" name="Diagrammplatzhalter 31"/>
          <p:cNvSpPr>
            <a:spLocks noGrp="1"/>
          </p:cNvSpPr>
          <p:nvPr>
            <p:ph type="chart" sz="quarter" idx="49"/>
          </p:nvPr>
        </p:nvSpPr>
        <p:spPr>
          <a:xfrm>
            <a:off x="10721871" y="16917035"/>
            <a:ext cx="8743546" cy="5957762"/>
          </a:xfrm>
          <a:prstGeom prst="rect">
            <a:avLst/>
          </a:prstGeom>
          <a:ln>
            <a:noFill/>
          </a:ln>
        </p:spPr>
        <p:txBody>
          <a:bodyPr vert="horz"/>
          <a:lstStyle>
            <a:lvl1pPr marL="0" indent="0">
              <a:buNone/>
              <a:defRPr sz="4000">
                <a:latin typeface="Arial"/>
                <a:cs typeface="Arial"/>
              </a:defRPr>
            </a:lvl1pPr>
          </a:lstStyle>
          <a:p>
            <a:r>
              <a:rPr lang="de-DE" dirty="0"/>
              <a:t>Diagramm</a:t>
            </a:r>
          </a:p>
        </p:txBody>
      </p:sp>
      <p:sp>
        <p:nvSpPr>
          <p:cNvPr id="44" name="Diagrammplatzhalter 31"/>
          <p:cNvSpPr>
            <a:spLocks noGrp="1"/>
          </p:cNvSpPr>
          <p:nvPr>
            <p:ph type="chart" sz="quarter" idx="50"/>
          </p:nvPr>
        </p:nvSpPr>
        <p:spPr>
          <a:xfrm>
            <a:off x="15646218" y="25339848"/>
            <a:ext cx="13217705" cy="6642583"/>
          </a:xfrm>
          <a:prstGeom prst="rect">
            <a:avLst/>
          </a:prstGeom>
          <a:ln>
            <a:noFill/>
          </a:ln>
        </p:spPr>
        <p:txBody>
          <a:bodyPr vert="horz"/>
          <a:lstStyle>
            <a:lvl1pPr marL="0" indent="0">
              <a:buNone/>
              <a:defRPr sz="4000">
                <a:latin typeface="Arial"/>
                <a:cs typeface="Arial"/>
              </a:defRPr>
            </a:lvl1pPr>
          </a:lstStyle>
          <a:p>
            <a:r>
              <a:rPr lang="de-DE" dirty="0"/>
              <a:t>Diagramm</a:t>
            </a:r>
          </a:p>
        </p:txBody>
      </p:sp>
      <p:sp>
        <p:nvSpPr>
          <p:cNvPr id="37" name="Textplatzhalter 36"/>
          <p:cNvSpPr>
            <a:spLocks noGrp="1"/>
          </p:cNvSpPr>
          <p:nvPr>
            <p:ph type="body" sz="quarter" idx="51" hasCustomPrompt="1"/>
          </p:nvPr>
        </p:nvSpPr>
        <p:spPr>
          <a:xfrm>
            <a:off x="1366838" y="5019651"/>
            <a:ext cx="27538362" cy="873128"/>
          </a:xfrm>
          <a:prstGeom prst="rect">
            <a:avLst/>
          </a:prstGeom>
        </p:spPr>
        <p:txBody>
          <a:bodyPr vert="horz"/>
          <a:lstStyle>
            <a:lvl1pPr marL="0" marR="0" indent="0" algn="l" defTabSz="2088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4000" b="0" i="0">
                <a:solidFill>
                  <a:schemeClr val="bg1"/>
                </a:solidFill>
                <a:latin typeface="Arial"/>
              </a:defRPr>
            </a:lvl1pPr>
            <a:lvl2pPr>
              <a:defRPr sz="4000">
                <a:latin typeface="Arial"/>
              </a:defRPr>
            </a:lvl2pPr>
            <a:lvl3pPr>
              <a:defRPr sz="4000">
                <a:latin typeface="Arial"/>
              </a:defRPr>
            </a:lvl3pPr>
            <a:lvl4pPr>
              <a:defRPr sz="4000">
                <a:latin typeface="Arial"/>
              </a:defRPr>
            </a:lvl4pPr>
            <a:lvl5pPr>
              <a:defRPr sz="4000">
                <a:latin typeface="Arial"/>
              </a:defRPr>
            </a:lvl5pPr>
          </a:lstStyle>
          <a:p>
            <a:pPr marL="0" marR="0" lvl="0" indent="0" algn="l" defTabSz="2088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de-DE" sz="4000" cap="none" dirty="0" err="1"/>
              <a:t>Subline</a:t>
            </a:r>
            <a:r>
              <a:rPr lang="de-DE" sz="4000" cap="none" dirty="0"/>
              <a:t> </a:t>
            </a:r>
            <a:r>
              <a:rPr lang="de-DE" sz="4000" cap="none" dirty="0" err="1"/>
              <a:t>Subline</a:t>
            </a:r>
            <a:r>
              <a:rPr lang="de-DE" sz="4000" cap="none" dirty="0"/>
              <a:t> </a:t>
            </a:r>
            <a:r>
              <a:rPr lang="de-DE" sz="4000" cap="none" dirty="0" err="1"/>
              <a:t>Subline</a:t>
            </a:r>
            <a:r>
              <a:rPr lang="de-DE" sz="4000" cap="none" dirty="0"/>
              <a:t> </a:t>
            </a:r>
            <a:r>
              <a:rPr lang="de-DE" sz="4000" cap="none" dirty="0" err="1"/>
              <a:t>Subline</a:t>
            </a:r>
            <a:r>
              <a:rPr lang="de-DE" sz="4000" cap="none" dirty="0"/>
              <a:t> </a:t>
            </a:r>
            <a:r>
              <a:rPr lang="de-DE" sz="4000" cap="none" dirty="0" err="1"/>
              <a:t>Subline</a:t>
            </a:r>
            <a:r>
              <a:rPr lang="de-DE" sz="4000" cap="none" dirty="0"/>
              <a:t> </a:t>
            </a:r>
            <a:r>
              <a:rPr lang="de-DE" sz="4000" cap="none" dirty="0" err="1"/>
              <a:t>Subline</a:t>
            </a:r>
            <a:r>
              <a:rPr lang="de-DE" sz="4000" cap="none" dirty="0"/>
              <a:t> </a:t>
            </a:r>
            <a:r>
              <a:rPr lang="de-DE" sz="4000" cap="none" dirty="0" err="1"/>
              <a:t>Subline</a:t>
            </a:r>
            <a:r>
              <a:rPr lang="de-DE" sz="4000" cap="none" dirty="0"/>
              <a:t> </a:t>
            </a:r>
          </a:p>
          <a:p>
            <a:pPr marL="0" marR="0" lvl="0" indent="0" algn="l" defTabSz="2088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lang="de-DE" sz="4000" cap="none" dirty="0"/>
          </a:p>
        </p:txBody>
      </p:sp>
      <p:sp>
        <p:nvSpPr>
          <p:cNvPr id="45" name="Textplatzhalter 16"/>
          <p:cNvSpPr>
            <a:spLocks noGrp="1"/>
          </p:cNvSpPr>
          <p:nvPr>
            <p:ph type="body" sz="quarter" idx="52" hasCustomPrompt="1"/>
          </p:nvPr>
        </p:nvSpPr>
        <p:spPr>
          <a:xfrm>
            <a:off x="1368427" y="38585562"/>
            <a:ext cx="8747554" cy="5960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Hier steht ggf. eine Bildunterschrift oder Erklärung zum Kasten darüber.</a:t>
            </a:r>
          </a:p>
        </p:txBody>
      </p:sp>
      <p:sp>
        <p:nvSpPr>
          <p:cNvPr id="46" name="Textplatzhalter 16"/>
          <p:cNvSpPr>
            <a:spLocks noGrp="1"/>
          </p:cNvSpPr>
          <p:nvPr>
            <p:ph type="body" sz="quarter" idx="53" hasCustomPrompt="1"/>
          </p:nvPr>
        </p:nvSpPr>
        <p:spPr>
          <a:xfrm>
            <a:off x="19929472" y="38578508"/>
            <a:ext cx="8893177" cy="5960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Hier steht ggf. eine Bildunterschrift oder Erklärung zum Kasten darüber.</a:t>
            </a:r>
          </a:p>
        </p:txBody>
      </p:sp>
      <p:sp>
        <p:nvSpPr>
          <p:cNvPr id="47" name="Textplatzhalter 16"/>
          <p:cNvSpPr>
            <a:spLocks noGrp="1"/>
          </p:cNvSpPr>
          <p:nvPr>
            <p:ph type="body" sz="quarter" idx="54" hasCustomPrompt="1"/>
          </p:nvPr>
        </p:nvSpPr>
        <p:spPr>
          <a:xfrm>
            <a:off x="15646218" y="31982431"/>
            <a:ext cx="8747554" cy="5960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Hier steht ggf. eine Bildunterschrift oder Erklärung zum Kasten darüber.</a:t>
            </a:r>
          </a:p>
        </p:txBody>
      </p:sp>
      <p:sp>
        <p:nvSpPr>
          <p:cNvPr id="48" name="Textplatzhalter 16"/>
          <p:cNvSpPr>
            <a:spLocks noGrp="1"/>
          </p:cNvSpPr>
          <p:nvPr>
            <p:ph type="body" sz="quarter" idx="55" hasCustomPrompt="1"/>
          </p:nvPr>
        </p:nvSpPr>
        <p:spPr>
          <a:xfrm>
            <a:off x="1524017" y="22887227"/>
            <a:ext cx="8733799" cy="5960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Hier steht ggf. eine Bildunterschrift oder Erklärung zum Kasten darüber.</a:t>
            </a:r>
          </a:p>
        </p:txBody>
      </p:sp>
      <p:sp>
        <p:nvSpPr>
          <p:cNvPr id="49" name="Textplatzhalter 16"/>
          <p:cNvSpPr>
            <a:spLocks noGrp="1"/>
          </p:cNvSpPr>
          <p:nvPr>
            <p:ph type="body" sz="quarter" idx="56" hasCustomPrompt="1"/>
          </p:nvPr>
        </p:nvSpPr>
        <p:spPr>
          <a:xfrm>
            <a:off x="10754299" y="22887227"/>
            <a:ext cx="8711118" cy="5960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Hier steht ggf. eine Bildunterschrift oder Erklärung zum Kasten darüber.</a:t>
            </a:r>
          </a:p>
        </p:txBody>
      </p:sp>
      <p:sp>
        <p:nvSpPr>
          <p:cNvPr id="50" name="Textplatzhalter 16"/>
          <p:cNvSpPr>
            <a:spLocks noGrp="1"/>
          </p:cNvSpPr>
          <p:nvPr>
            <p:ph type="body" sz="quarter" idx="57" hasCustomPrompt="1"/>
          </p:nvPr>
        </p:nvSpPr>
        <p:spPr>
          <a:xfrm>
            <a:off x="19929472" y="22887227"/>
            <a:ext cx="8737585" cy="5960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Hier steht ggf. eine Bildunterschrift oder Erklärung zum Kasten darüber.</a:t>
            </a:r>
          </a:p>
        </p:txBody>
      </p:sp>
      <p:sp>
        <p:nvSpPr>
          <p:cNvPr id="51" name="Textplatzhalter 16"/>
          <p:cNvSpPr>
            <a:spLocks noGrp="1"/>
          </p:cNvSpPr>
          <p:nvPr>
            <p:ph type="body" sz="quarter" idx="58" hasCustomPrompt="1"/>
          </p:nvPr>
        </p:nvSpPr>
        <p:spPr>
          <a:xfrm>
            <a:off x="15701319" y="14235437"/>
            <a:ext cx="8747554" cy="5960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Hier steht ggf. eine Bildunterschrift oder Erklärung zum Kasten darüber.</a:t>
            </a:r>
          </a:p>
        </p:txBody>
      </p:sp>
      <p:cxnSp>
        <p:nvCxnSpPr>
          <p:cNvPr id="32" name="Gerade Verbindung 31"/>
          <p:cNvCxnSpPr/>
          <p:nvPr userDrawn="1"/>
        </p:nvCxnSpPr>
        <p:spPr>
          <a:xfrm>
            <a:off x="1366835" y="32991952"/>
            <a:ext cx="27455815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Gerade Verbindung 32"/>
          <p:cNvCxnSpPr/>
          <p:nvPr userDrawn="1"/>
        </p:nvCxnSpPr>
        <p:spPr>
          <a:xfrm>
            <a:off x="1327150" y="23868831"/>
            <a:ext cx="27455815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Gerade Verbindung 33"/>
          <p:cNvCxnSpPr/>
          <p:nvPr userDrawn="1"/>
        </p:nvCxnSpPr>
        <p:spPr>
          <a:xfrm>
            <a:off x="1327150" y="15204712"/>
            <a:ext cx="27455815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platzhalter 16"/>
          <p:cNvSpPr>
            <a:spLocks noGrp="1"/>
          </p:cNvSpPr>
          <p:nvPr>
            <p:ph type="body" sz="quarter" idx="14" hasCustomPrompt="1"/>
          </p:nvPr>
        </p:nvSpPr>
        <p:spPr>
          <a:xfrm>
            <a:off x="1327151" y="39839858"/>
            <a:ext cx="27536774" cy="5960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Fußzeilen werden u.a. gerne für weitere Verweise wie Links benutzt.</a:t>
            </a:r>
          </a:p>
        </p:txBody>
      </p:sp>
      <p:cxnSp>
        <p:nvCxnSpPr>
          <p:cNvPr id="69" name="Gerade Verbindung 68"/>
          <p:cNvCxnSpPr/>
          <p:nvPr userDrawn="1"/>
        </p:nvCxnSpPr>
        <p:spPr>
          <a:xfrm>
            <a:off x="1366835" y="39565583"/>
            <a:ext cx="27455815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SmartArt-Platzhalter 26"/>
          <p:cNvSpPr>
            <a:spLocks noGrp="1"/>
          </p:cNvSpPr>
          <p:nvPr>
            <p:ph type="dgm" sz="quarter" idx="60" hasCustomPrompt="1"/>
          </p:nvPr>
        </p:nvSpPr>
        <p:spPr>
          <a:xfrm>
            <a:off x="1327150" y="40932253"/>
            <a:ext cx="4103999" cy="1188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vert="horz"/>
          <a:lstStyle>
            <a:lvl1pPr marL="0" indent="0">
              <a:buNone/>
              <a:defRPr sz="4000"/>
            </a:lvl1pPr>
          </a:lstStyle>
          <a:p>
            <a:r>
              <a:rPr lang="de-DE" dirty="0"/>
              <a:t>Partnerlogo</a:t>
            </a:r>
          </a:p>
        </p:txBody>
      </p:sp>
      <p:sp>
        <p:nvSpPr>
          <p:cNvPr id="71" name="SmartArt-Platzhalter 26"/>
          <p:cNvSpPr>
            <a:spLocks noGrp="1"/>
          </p:cNvSpPr>
          <p:nvPr>
            <p:ph type="dgm" sz="quarter" idx="61" hasCustomPrompt="1"/>
          </p:nvPr>
        </p:nvSpPr>
        <p:spPr>
          <a:xfrm>
            <a:off x="6005450" y="40932253"/>
            <a:ext cx="4103999" cy="1188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vert="horz"/>
          <a:lstStyle>
            <a:lvl1pPr marL="0" indent="0">
              <a:buNone/>
              <a:defRPr sz="4000"/>
            </a:lvl1pPr>
          </a:lstStyle>
          <a:p>
            <a:r>
              <a:rPr lang="de-DE" dirty="0"/>
              <a:t>Partnerlogo</a:t>
            </a:r>
          </a:p>
        </p:txBody>
      </p:sp>
      <p:sp>
        <p:nvSpPr>
          <p:cNvPr id="72" name="SmartArt-Platzhalter 26"/>
          <p:cNvSpPr>
            <a:spLocks noGrp="1"/>
          </p:cNvSpPr>
          <p:nvPr>
            <p:ph type="dgm" sz="quarter" idx="62" hasCustomPrompt="1"/>
          </p:nvPr>
        </p:nvSpPr>
        <p:spPr>
          <a:xfrm>
            <a:off x="10683750" y="40932253"/>
            <a:ext cx="4103999" cy="1188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vert="horz"/>
          <a:lstStyle>
            <a:lvl1pPr marL="0" indent="0">
              <a:buNone/>
              <a:defRPr sz="4000"/>
            </a:lvl1pPr>
          </a:lstStyle>
          <a:p>
            <a:r>
              <a:rPr lang="de-DE" dirty="0"/>
              <a:t>Partnerlogo</a:t>
            </a:r>
          </a:p>
        </p:txBody>
      </p:sp>
      <p:sp>
        <p:nvSpPr>
          <p:cNvPr id="73" name="SmartArt-Platzhalter 26"/>
          <p:cNvSpPr>
            <a:spLocks noGrp="1"/>
          </p:cNvSpPr>
          <p:nvPr>
            <p:ph type="dgm" sz="quarter" idx="63" hasCustomPrompt="1"/>
          </p:nvPr>
        </p:nvSpPr>
        <p:spPr>
          <a:xfrm>
            <a:off x="15362050" y="40932253"/>
            <a:ext cx="4103999" cy="1188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vert="horz"/>
          <a:lstStyle>
            <a:lvl1pPr marL="0" indent="0">
              <a:buNone/>
              <a:defRPr sz="4000"/>
            </a:lvl1pPr>
          </a:lstStyle>
          <a:p>
            <a:r>
              <a:rPr lang="de-DE" dirty="0"/>
              <a:t>Partnerlogo</a:t>
            </a:r>
          </a:p>
        </p:txBody>
      </p:sp>
      <p:sp>
        <p:nvSpPr>
          <p:cNvPr id="74" name="SmartArt-Platzhalter 26"/>
          <p:cNvSpPr>
            <a:spLocks noGrp="1"/>
          </p:cNvSpPr>
          <p:nvPr>
            <p:ph type="dgm" sz="quarter" idx="64" hasCustomPrompt="1"/>
          </p:nvPr>
        </p:nvSpPr>
        <p:spPr>
          <a:xfrm>
            <a:off x="20040350" y="40932253"/>
            <a:ext cx="4103999" cy="1188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vert="horz"/>
          <a:lstStyle>
            <a:lvl1pPr marL="0" indent="0">
              <a:buNone/>
              <a:defRPr sz="4000"/>
            </a:lvl1pPr>
          </a:lstStyle>
          <a:p>
            <a:r>
              <a:rPr lang="de-DE" dirty="0"/>
              <a:t>Partnerlogo</a:t>
            </a:r>
          </a:p>
        </p:txBody>
      </p:sp>
      <p:sp>
        <p:nvSpPr>
          <p:cNvPr id="75" name="SmartArt-Platzhalter 26"/>
          <p:cNvSpPr>
            <a:spLocks noGrp="1"/>
          </p:cNvSpPr>
          <p:nvPr>
            <p:ph type="dgm" sz="quarter" idx="65" hasCustomPrompt="1"/>
          </p:nvPr>
        </p:nvSpPr>
        <p:spPr>
          <a:xfrm>
            <a:off x="24718651" y="40932253"/>
            <a:ext cx="4103999" cy="1188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vert="horz"/>
          <a:lstStyle>
            <a:lvl1pPr marL="0" indent="0">
              <a:buNone/>
              <a:defRPr sz="4000"/>
            </a:lvl1pPr>
          </a:lstStyle>
          <a:p>
            <a:r>
              <a:rPr lang="de-DE" dirty="0"/>
              <a:t>Partnerlogo</a:t>
            </a:r>
          </a:p>
        </p:txBody>
      </p:sp>
    </p:spTree>
    <p:extLst>
      <p:ext uri="{BB962C8B-B14F-4D97-AF65-F5344CB8AC3E}">
        <p14:creationId xmlns:p14="http://schemas.microsoft.com/office/powerpoint/2010/main" val="14225111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14666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8" r:id="rId2"/>
  </p:sldLayoutIdLst>
  <p:txStyles>
    <p:titleStyle>
      <a:lvl1pPr algn="ctr" defTabSz="2088170" rtl="0" eaLnBrk="1" latinLnBrk="0" hangingPunct="1">
        <a:spcBef>
          <a:spcPct val="0"/>
        </a:spcBef>
        <a:buNone/>
        <a:defRPr sz="201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66127" indent="-1566127" algn="l" defTabSz="2088170" rtl="0" eaLnBrk="1" latinLnBrk="0" hangingPunct="1">
        <a:spcBef>
          <a:spcPct val="20000"/>
        </a:spcBef>
        <a:buFont typeface="Arial"/>
        <a:buChar char="•"/>
        <a:defRPr sz="14600" kern="1200">
          <a:solidFill>
            <a:schemeClr val="tx1"/>
          </a:solidFill>
          <a:latin typeface="+mn-lt"/>
          <a:ea typeface="+mn-ea"/>
          <a:cs typeface="+mn-cs"/>
        </a:defRPr>
      </a:lvl1pPr>
      <a:lvl2pPr marL="3393276" indent="-1305106" algn="l" defTabSz="2088170" rtl="0" eaLnBrk="1" latinLnBrk="0" hangingPunct="1">
        <a:spcBef>
          <a:spcPct val="20000"/>
        </a:spcBef>
        <a:buFont typeface="Arial"/>
        <a:buChar char="–"/>
        <a:defRPr sz="12800" kern="1200">
          <a:solidFill>
            <a:schemeClr val="tx1"/>
          </a:solidFill>
          <a:latin typeface="+mn-lt"/>
          <a:ea typeface="+mn-ea"/>
          <a:cs typeface="+mn-cs"/>
        </a:defRPr>
      </a:lvl2pPr>
      <a:lvl3pPr marL="5220424" indent="-1044085" algn="l" defTabSz="2088170" rtl="0" eaLnBrk="1" latinLnBrk="0" hangingPunct="1">
        <a:spcBef>
          <a:spcPct val="20000"/>
        </a:spcBef>
        <a:buFont typeface="Arial"/>
        <a:buChar char="•"/>
        <a:defRPr sz="11000" kern="1200">
          <a:solidFill>
            <a:schemeClr val="tx1"/>
          </a:solidFill>
          <a:latin typeface="+mn-lt"/>
          <a:ea typeface="+mn-ea"/>
          <a:cs typeface="+mn-cs"/>
        </a:defRPr>
      </a:lvl3pPr>
      <a:lvl4pPr marL="7308593" indent="-1044085" algn="l" defTabSz="2088170" rtl="0" eaLnBrk="1" latinLnBrk="0" hangingPunct="1">
        <a:spcBef>
          <a:spcPct val="20000"/>
        </a:spcBef>
        <a:buFont typeface="Arial"/>
        <a:buChar char="–"/>
        <a:defRPr sz="9100" kern="1200">
          <a:solidFill>
            <a:schemeClr val="tx1"/>
          </a:solidFill>
          <a:latin typeface="+mn-lt"/>
          <a:ea typeface="+mn-ea"/>
          <a:cs typeface="+mn-cs"/>
        </a:defRPr>
      </a:lvl4pPr>
      <a:lvl5pPr marL="9396763" indent="-1044085" algn="l" defTabSz="2088170" rtl="0" eaLnBrk="1" latinLnBrk="0" hangingPunct="1">
        <a:spcBef>
          <a:spcPct val="20000"/>
        </a:spcBef>
        <a:buFont typeface="Arial"/>
        <a:buChar char="»"/>
        <a:defRPr sz="9100" kern="1200">
          <a:solidFill>
            <a:schemeClr val="tx1"/>
          </a:solidFill>
          <a:latin typeface="+mn-lt"/>
          <a:ea typeface="+mn-ea"/>
          <a:cs typeface="+mn-cs"/>
        </a:defRPr>
      </a:lvl5pPr>
      <a:lvl6pPr marL="11484933" indent="-1044085" algn="l" defTabSz="2088170" rtl="0" eaLnBrk="1" latinLnBrk="0" hangingPunct="1">
        <a:spcBef>
          <a:spcPct val="20000"/>
        </a:spcBef>
        <a:buFont typeface="Arial"/>
        <a:buChar char="•"/>
        <a:defRPr sz="9100" kern="1200">
          <a:solidFill>
            <a:schemeClr val="tx1"/>
          </a:solidFill>
          <a:latin typeface="+mn-lt"/>
          <a:ea typeface="+mn-ea"/>
          <a:cs typeface="+mn-cs"/>
        </a:defRPr>
      </a:lvl6pPr>
      <a:lvl7pPr marL="13573102" indent="-1044085" algn="l" defTabSz="2088170" rtl="0" eaLnBrk="1" latinLnBrk="0" hangingPunct="1">
        <a:spcBef>
          <a:spcPct val="20000"/>
        </a:spcBef>
        <a:buFont typeface="Arial"/>
        <a:buChar char="•"/>
        <a:defRPr sz="9100" kern="1200">
          <a:solidFill>
            <a:schemeClr val="tx1"/>
          </a:solidFill>
          <a:latin typeface="+mn-lt"/>
          <a:ea typeface="+mn-ea"/>
          <a:cs typeface="+mn-cs"/>
        </a:defRPr>
      </a:lvl7pPr>
      <a:lvl8pPr marL="15661272" indent="-1044085" algn="l" defTabSz="2088170" rtl="0" eaLnBrk="1" latinLnBrk="0" hangingPunct="1">
        <a:spcBef>
          <a:spcPct val="20000"/>
        </a:spcBef>
        <a:buFont typeface="Arial"/>
        <a:buChar char="•"/>
        <a:defRPr sz="9100" kern="1200">
          <a:solidFill>
            <a:schemeClr val="tx1"/>
          </a:solidFill>
          <a:latin typeface="+mn-lt"/>
          <a:ea typeface="+mn-ea"/>
          <a:cs typeface="+mn-cs"/>
        </a:defRPr>
      </a:lvl8pPr>
      <a:lvl9pPr marL="17749441" indent="-1044085" algn="l" defTabSz="2088170" rtl="0" eaLnBrk="1" latinLnBrk="0" hangingPunct="1">
        <a:spcBef>
          <a:spcPct val="20000"/>
        </a:spcBef>
        <a:buFont typeface="Arial"/>
        <a:buChar char="•"/>
        <a:defRPr sz="9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2088170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1pPr>
      <a:lvl2pPr marL="2088170" algn="l" defTabSz="2088170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2pPr>
      <a:lvl3pPr marL="4176339" algn="l" defTabSz="2088170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3pPr>
      <a:lvl4pPr marL="6264509" algn="l" defTabSz="2088170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4pPr>
      <a:lvl5pPr marL="8352678" algn="l" defTabSz="2088170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5pPr>
      <a:lvl6pPr marL="10440848" algn="l" defTabSz="2088170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6pPr>
      <a:lvl7pPr marL="12529017" algn="l" defTabSz="2088170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7pPr>
      <a:lvl8pPr marL="14617187" algn="l" defTabSz="2088170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8pPr>
      <a:lvl9pPr marL="16705356" algn="l" defTabSz="2088170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9586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4" r:id="rId2"/>
  </p:sldLayoutIdLst>
  <p:txStyles>
    <p:titleStyle>
      <a:lvl1pPr algn="ctr" defTabSz="2088170" rtl="0" eaLnBrk="1" latinLnBrk="0" hangingPunct="1">
        <a:spcBef>
          <a:spcPct val="0"/>
        </a:spcBef>
        <a:buNone/>
        <a:defRPr sz="201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66127" indent="-1566127" algn="l" defTabSz="2088170" rtl="0" eaLnBrk="1" latinLnBrk="0" hangingPunct="1">
        <a:spcBef>
          <a:spcPct val="20000"/>
        </a:spcBef>
        <a:buFont typeface="Arial"/>
        <a:buChar char="•"/>
        <a:defRPr sz="14600" kern="1200">
          <a:solidFill>
            <a:schemeClr val="tx1"/>
          </a:solidFill>
          <a:latin typeface="+mn-lt"/>
          <a:ea typeface="+mn-ea"/>
          <a:cs typeface="+mn-cs"/>
        </a:defRPr>
      </a:lvl1pPr>
      <a:lvl2pPr marL="3393276" indent="-1305106" algn="l" defTabSz="2088170" rtl="0" eaLnBrk="1" latinLnBrk="0" hangingPunct="1">
        <a:spcBef>
          <a:spcPct val="20000"/>
        </a:spcBef>
        <a:buFont typeface="Arial"/>
        <a:buChar char="–"/>
        <a:defRPr sz="12800" kern="1200">
          <a:solidFill>
            <a:schemeClr val="tx1"/>
          </a:solidFill>
          <a:latin typeface="+mn-lt"/>
          <a:ea typeface="+mn-ea"/>
          <a:cs typeface="+mn-cs"/>
        </a:defRPr>
      </a:lvl2pPr>
      <a:lvl3pPr marL="5220424" indent="-1044085" algn="l" defTabSz="2088170" rtl="0" eaLnBrk="1" latinLnBrk="0" hangingPunct="1">
        <a:spcBef>
          <a:spcPct val="20000"/>
        </a:spcBef>
        <a:buFont typeface="Arial"/>
        <a:buChar char="•"/>
        <a:defRPr sz="11000" kern="1200">
          <a:solidFill>
            <a:schemeClr val="tx1"/>
          </a:solidFill>
          <a:latin typeface="+mn-lt"/>
          <a:ea typeface="+mn-ea"/>
          <a:cs typeface="+mn-cs"/>
        </a:defRPr>
      </a:lvl3pPr>
      <a:lvl4pPr marL="7308593" indent="-1044085" algn="l" defTabSz="2088170" rtl="0" eaLnBrk="1" latinLnBrk="0" hangingPunct="1">
        <a:spcBef>
          <a:spcPct val="20000"/>
        </a:spcBef>
        <a:buFont typeface="Arial"/>
        <a:buChar char="–"/>
        <a:defRPr sz="9100" kern="1200">
          <a:solidFill>
            <a:schemeClr val="tx1"/>
          </a:solidFill>
          <a:latin typeface="+mn-lt"/>
          <a:ea typeface="+mn-ea"/>
          <a:cs typeface="+mn-cs"/>
        </a:defRPr>
      </a:lvl4pPr>
      <a:lvl5pPr marL="9396763" indent="-1044085" algn="l" defTabSz="2088170" rtl="0" eaLnBrk="1" latinLnBrk="0" hangingPunct="1">
        <a:spcBef>
          <a:spcPct val="20000"/>
        </a:spcBef>
        <a:buFont typeface="Arial"/>
        <a:buChar char="»"/>
        <a:defRPr sz="9100" kern="1200">
          <a:solidFill>
            <a:schemeClr val="tx1"/>
          </a:solidFill>
          <a:latin typeface="+mn-lt"/>
          <a:ea typeface="+mn-ea"/>
          <a:cs typeface="+mn-cs"/>
        </a:defRPr>
      </a:lvl5pPr>
      <a:lvl6pPr marL="11484933" indent="-1044085" algn="l" defTabSz="2088170" rtl="0" eaLnBrk="1" latinLnBrk="0" hangingPunct="1">
        <a:spcBef>
          <a:spcPct val="20000"/>
        </a:spcBef>
        <a:buFont typeface="Arial"/>
        <a:buChar char="•"/>
        <a:defRPr sz="9100" kern="1200">
          <a:solidFill>
            <a:schemeClr val="tx1"/>
          </a:solidFill>
          <a:latin typeface="+mn-lt"/>
          <a:ea typeface="+mn-ea"/>
          <a:cs typeface="+mn-cs"/>
        </a:defRPr>
      </a:lvl6pPr>
      <a:lvl7pPr marL="13573102" indent="-1044085" algn="l" defTabSz="2088170" rtl="0" eaLnBrk="1" latinLnBrk="0" hangingPunct="1">
        <a:spcBef>
          <a:spcPct val="20000"/>
        </a:spcBef>
        <a:buFont typeface="Arial"/>
        <a:buChar char="•"/>
        <a:defRPr sz="9100" kern="1200">
          <a:solidFill>
            <a:schemeClr val="tx1"/>
          </a:solidFill>
          <a:latin typeface="+mn-lt"/>
          <a:ea typeface="+mn-ea"/>
          <a:cs typeface="+mn-cs"/>
        </a:defRPr>
      </a:lvl7pPr>
      <a:lvl8pPr marL="15661272" indent="-1044085" algn="l" defTabSz="2088170" rtl="0" eaLnBrk="1" latinLnBrk="0" hangingPunct="1">
        <a:spcBef>
          <a:spcPct val="20000"/>
        </a:spcBef>
        <a:buFont typeface="Arial"/>
        <a:buChar char="•"/>
        <a:defRPr sz="9100" kern="1200">
          <a:solidFill>
            <a:schemeClr val="tx1"/>
          </a:solidFill>
          <a:latin typeface="+mn-lt"/>
          <a:ea typeface="+mn-ea"/>
          <a:cs typeface="+mn-cs"/>
        </a:defRPr>
      </a:lvl8pPr>
      <a:lvl9pPr marL="17749441" indent="-1044085" algn="l" defTabSz="2088170" rtl="0" eaLnBrk="1" latinLnBrk="0" hangingPunct="1">
        <a:spcBef>
          <a:spcPct val="20000"/>
        </a:spcBef>
        <a:buFont typeface="Arial"/>
        <a:buChar char="•"/>
        <a:defRPr sz="9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2088170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1pPr>
      <a:lvl2pPr marL="2088170" algn="l" defTabSz="2088170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2pPr>
      <a:lvl3pPr marL="4176339" algn="l" defTabSz="2088170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3pPr>
      <a:lvl4pPr marL="6264509" algn="l" defTabSz="2088170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4pPr>
      <a:lvl5pPr marL="8352678" algn="l" defTabSz="2088170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5pPr>
      <a:lvl6pPr marL="10440848" algn="l" defTabSz="2088170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6pPr>
      <a:lvl7pPr marL="12529017" algn="l" defTabSz="2088170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7pPr>
      <a:lvl8pPr marL="14617187" algn="l" defTabSz="2088170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8pPr>
      <a:lvl9pPr marL="16705356" algn="l" defTabSz="2088170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3684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81" r:id="rId2"/>
  </p:sldLayoutIdLst>
  <p:txStyles>
    <p:titleStyle>
      <a:lvl1pPr algn="ctr" defTabSz="2088170" rtl="0" eaLnBrk="1" latinLnBrk="0" hangingPunct="1">
        <a:spcBef>
          <a:spcPct val="0"/>
        </a:spcBef>
        <a:buNone/>
        <a:defRPr sz="201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66127" indent="-1566127" algn="l" defTabSz="2088170" rtl="0" eaLnBrk="1" latinLnBrk="0" hangingPunct="1">
        <a:spcBef>
          <a:spcPct val="20000"/>
        </a:spcBef>
        <a:buFont typeface="Arial"/>
        <a:buChar char="•"/>
        <a:defRPr sz="14600" kern="1200">
          <a:solidFill>
            <a:schemeClr val="tx1"/>
          </a:solidFill>
          <a:latin typeface="+mn-lt"/>
          <a:ea typeface="+mn-ea"/>
          <a:cs typeface="+mn-cs"/>
        </a:defRPr>
      </a:lvl1pPr>
      <a:lvl2pPr marL="3393276" indent="-1305106" algn="l" defTabSz="2088170" rtl="0" eaLnBrk="1" latinLnBrk="0" hangingPunct="1">
        <a:spcBef>
          <a:spcPct val="20000"/>
        </a:spcBef>
        <a:buFont typeface="Arial"/>
        <a:buChar char="–"/>
        <a:defRPr sz="12800" kern="1200">
          <a:solidFill>
            <a:schemeClr val="tx1"/>
          </a:solidFill>
          <a:latin typeface="+mn-lt"/>
          <a:ea typeface="+mn-ea"/>
          <a:cs typeface="+mn-cs"/>
        </a:defRPr>
      </a:lvl2pPr>
      <a:lvl3pPr marL="5220424" indent="-1044085" algn="l" defTabSz="2088170" rtl="0" eaLnBrk="1" latinLnBrk="0" hangingPunct="1">
        <a:spcBef>
          <a:spcPct val="20000"/>
        </a:spcBef>
        <a:buFont typeface="Arial"/>
        <a:buChar char="•"/>
        <a:defRPr sz="11000" kern="1200">
          <a:solidFill>
            <a:schemeClr val="tx1"/>
          </a:solidFill>
          <a:latin typeface="+mn-lt"/>
          <a:ea typeface="+mn-ea"/>
          <a:cs typeface="+mn-cs"/>
        </a:defRPr>
      </a:lvl3pPr>
      <a:lvl4pPr marL="7308593" indent="-1044085" algn="l" defTabSz="2088170" rtl="0" eaLnBrk="1" latinLnBrk="0" hangingPunct="1">
        <a:spcBef>
          <a:spcPct val="20000"/>
        </a:spcBef>
        <a:buFont typeface="Arial"/>
        <a:buChar char="–"/>
        <a:defRPr sz="9100" kern="1200">
          <a:solidFill>
            <a:schemeClr val="tx1"/>
          </a:solidFill>
          <a:latin typeface="+mn-lt"/>
          <a:ea typeface="+mn-ea"/>
          <a:cs typeface="+mn-cs"/>
        </a:defRPr>
      </a:lvl4pPr>
      <a:lvl5pPr marL="9396763" indent="-1044085" algn="l" defTabSz="2088170" rtl="0" eaLnBrk="1" latinLnBrk="0" hangingPunct="1">
        <a:spcBef>
          <a:spcPct val="20000"/>
        </a:spcBef>
        <a:buFont typeface="Arial"/>
        <a:buChar char="»"/>
        <a:defRPr sz="9100" kern="1200">
          <a:solidFill>
            <a:schemeClr val="tx1"/>
          </a:solidFill>
          <a:latin typeface="+mn-lt"/>
          <a:ea typeface="+mn-ea"/>
          <a:cs typeface="+mn-cs"/>
        </a:defRPr>
      </a:lvl5pPr>
      <a:lvl6pPr marL="11484933" indent="-1044085" algn="l" defTabSz="2088170" rtl="0" eaLnBrk="1" latinLnBrk="0" hangingPunct="1">
        <a:spcBef>
          <a:spcPct val="20000"/>
        </a:spcBef>
        <a:buFont typeface="Arial"/>
        <a:buChar char="•"/>
        <a:defRPr sz="9100" kern="1200">
          <a:solidFill>
            <a:schemeClr val="tx1"/>
          </a:solidFill>
          <a:latin typeface="+mn-lt"/>
          <a:ea typeface="+mn-ea"/>
          <a:cs typeface="+mn-cs"/>
        </a:defRPr>
      </a:lvl6pPr>
      <a:lvl7pPr marL="13573102" indent="-1044085" algn="l" defTabSz="2088170" rtl="0" eaLnBrk="1" latinLnBrk="0" hangingPunct="1">
        <a:spcBef>
          <a:spcPct val="20000"/>
        </a:spcBef>
        <a:buFont typeface="Arial"/>
        <a:buChar char="•"/>
        <a:defRPr sz="9100" kern="1200">
          <a:solidFill>
            <a:schemeClr val="tx1"/>
          </a:solidFill>
          <a:latin typeface="+mn-lt"/>
          <a:ea typeface="+mn-ea"/>
          <a:cs typeface="+mn-cs"/>
        </a:defRPr>
      </a:lvl7pPr>
      <a:lvl8pPr marL="15661272" indent="-1044085" algn="l" defTabSz="2088170" rtl="0" eaLnBrk="1" latinLnBrk="0" hangingPunct="1">
        <a:spcBef>
          <a:spcPct val="20000"/>
        </a:spcBef>
        <a:buFont typeface="Arial"/>
        <a:buChar char="•"/>
        <a:defRPr sz="9100" kern="1200">
          <a:solidFill>
            <a:schemeClr val="tx1"/>
          </a:solidFill>
          <a:latin typeface="+mn-lt"/>
          <a:ea typeface="+mn-ea"/>
          <a:cs typeface="+mn-cs"/>
        </a:defRPr>
      </a:lvl8pPr>
      <a:lvl9pPr marL="17749441" indent="-1044085" algn="l" defTabSz="2088170" rtl="0" eaLnBrk="1" latinLnBrk="0" hangingPunct="1">
        <a:spcBef>
          <a:spcPct val="20000"/>
        </a:spcBef>
        <a:buFont typeface="Arial"/>
        <a:buChar char="•"/>
        <a:defRPr sz="9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2088170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1pPr>
      <a:lvl2pPr marL="2088170" algn="l" defTabSz="2088170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2pPr>
      <a:lvl3pPr marL="4176339" algn="l" defTabSz="2088170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3pPr>
      <a:lvl4pPr marL="6264509" algn="l" defTabSz="2088170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4pPr>
      <a:lvl5pPr marL="8352678" algn="l" defTabSz="2088170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5pPr>
      <a:lvl6pPr marL="10440848" algn="l" defTabSz="2088170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6pPr>
      <a:lvl7pPr marL="12529017" algn="l" defTabSz="2088170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7pPr>
      <a:lvl8pPr marL="14617187" algn="l" defTabSz="2088170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8pPr>
      <a:lvl9pPr marL="16705356" algn="l" defTabSz="2088170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emf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411817" y="1018912"/>
            <a:ext cx="21470113" cy="3533486"/>
          </a:xfrm>
        </p:spPr>
        <p:txBody>
          <a:bodyPr>
            <a:noAutofit/>
          </a:bodyPr>
          <a:lstStyle/>
          <a:p>
            <a:pPr algn="l">
              <a:lnSpc>
                <a:spcPts val="7600"/>
              </a:lnSpc>
            </a:pPr>
            <a:r>
              <a:rPr b="1" dirty="0" err="1">
                <a:solidFill>
                  <a:schemeClr val="tx2"/>
                </a:solidFill>
              </a:rPr>
              <a:t>Genestrip</a:t>
            </a:r>
            <a:r>
              <a:rPr b="1" dirty="0">
                <a:solidFill>
                  <a:schemeClr val="tx2"/>
                </a:solidFill>
              </a:rPr>
              <a:t>: Exact and Efficient Read Classification</a:t>
            </a:r>
            <a:r>
              <a:rPr lang="de-DE" b="1" dirty="0">
                <a:solidFill>
                  <a:schemeClr val="tx2"/>
                </a:solidFill>
              </a:rPr>
              <a:t> </a:t>
            </a:r>
            <a:r>
              <a:rPr b="1" dirty="0">
                <a:solidFill>
                  <a:schemeClr val="tx2"/>
                </a:solidFill>
              </a:rPr>
              <a:t>for Selected Groups of Organisms</a:t>
            </a:r>
            <a:endParaRPr lang="de-DE" dirty="0">
              <a:solidFill>
                <a:schemeClr val="tx2"/>
              </a:solidFill>
            </a:endParaRP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9"/>
          </p:nvPr>
        </p:nvSpPr>
        <p:spPr>
          <a:xfrm>
            <a:off x="1360560" y="5797603"/>
            <a:ext cx="19779773" cy="529509"/>
          </a:xfrm>
        </p:spPr>
        <p:txBody>
          <a:bodyPr/>
          <a:lstStyle/>
          <a:p>
            <a:pPr algn="l"/>
            <a:r>
              <a:rPr sz="3200" u="sng" dirty="0">
                <a:solidFill>
                  <a:srgbClr val="FFFFFF"/>
                </a:solidFill>
              </a:rPr>
              <a:t>Daniel Pfeifer</a:t>
            </a:r>
            <a:r>
              <a:rPr sz="2800" dirty="0">
                <a:solidFill>
                  <a:srgbClr val="FFFFFF"/>
                </a:solidFill>
              </a:rPr>
              <a:t>¹,  Markus Graf¹,  Clas Rurik²   ¹ Heilbronn University of Applied Sciences  ² </a:t>
            </a:r>
            <a:r>
              <a:rPr sz="2800" dirty="0" err="1">
                <a:solidFill>
                  <a:srgbClr val="FFFFFF"/>
                </a:solidFill>
              </a:rPr>
              <a:t>codeclap</a:t>
            </a:r>
            <a:r>
              <a:rPr sz="2800" dirty="0">
                <a:solidFill>
                  <a:srgbClr val="FFFFFF"/>
                </a:solidFill>
              </a:rPr>
              <a:t>, Denmark</a:t>
            </a:r>
            <a:endParaRPr lang="de-DE" sz="3600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algn="l"/>
            <a:r>
              <a:rPr sz="2800" dirty="0" err="1">
                <a:solidFill>
                  <a:schemeClr val="tx2"/>
                </a:solidFill>
              </a:rPr>
              <a:t>github.com</a:t>
            </a:r>
            <a:r>
              <a:rPr sz="2800" dirty="0">
                <a:solidFill>
                  <a:schemeClr val="tx2"/>
                </a:solidFill>
              </a:rPr>
              <a:t>/</a:t>
            </a:r>
            <a:r>
              <a:rPr sz="2800" dirty="0" err="1">
                <a:solidFill>
                  <a:schemeClr val="tx2"/>
                </a:solidFill>
              </a:rPr>
              <a:t>pfeiferd</a:t>
            </a:r>
            <a:r>
              <a:rPr sz="2800" dirty="0">
                <a:solidFill>
                  <a:schemeClr val="tx2"/>
                </a:solidFill>
              </a:rPr>
              <a:t>/</a:t>
            </a:r>
            <a:r>
              <a:rPr sz="2800" dirty="0" err="1">
                <a:solidFill>
                  <a:schemeClr val="tx2"/>
                </a:solidFill>
              </a:rPr>
              <a:t>genestrip</a:t>
            </a:r>
            <a:r>
              <a:rPr sz="2800" dirty="0">
                <a:solidFill>
                  <a:schemeClr val="tx2"/>
                </a:solidFill>
              </a:rPr>
              <a:t>  •  BMC Bioinformatics 2026  •  DOI: 10.1186/s12859-026-06512-1  •  Java  •  Contact: </a:t>
            </a:r>
            <a:r>
              <a:rPr sz="2800" dirty="0" err="1">
                <a:solidFill>
                  <a:schemeClr val="tx2"/>
                </a:solidFill>
              </a:rPr>
              <a:t>daniel.pfeifer@hs-heilbronn.de</a:t>
            </a:r>
            <a:endParaRPr lang="de-DE" sz="4000" dirty="0">
              <a:solidFill>
                <a:schemeClr val="tx2"/>
              </a:solidFill>
            </a:endParaRP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pPr algn="l"/>
            <a:r>
              <a:rPr sz="2200" b="1">
                <a:solidFill>
                  <a:srgbClr val="FFFFFF"/>
                </a:solidFill>
              </a:rPr>
              <a:t>Background &amp; Problem</a:t>
            </a:r>
            <a:endParaRPr lang="de-DE" dirty="0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pPr algn="l"/>
            <a:r>
              <a:rPr sz="2200" b="1">
                <a:solidFill>
                  <a:srgbClr val="FFFFFF"/>
                </a:solidFill>
              </a:rPr>
              <a:t>The Genestrip Approach</a:t>
            </a:r>
            <a:endParaRPr lang="de-DE" dirty="0"/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34"/>
          </p:nvPr>
        </p:nvSpPr>
        <p:spPr>
          <a:xfrm>
            <a:off x="1366839" y="15770735"/>
            <a:ext cx="17622201" cy="915987"/>
          </a:xfrm>
        </p:spPr>
        <p:txBody>
          <a:bodyPr/>
          <a:lstStyle/>
          <a:p>
            <a:pPr algn="l"/>
            <a:r>
              <a:rPr sz="4800" b="1" dirty="0">
                <a:solidFill>
                  <a:schemeClr val="tx2"/>
                </a:solidFill>
              </a:rPr>
              <a:t>Method Overview &amp; Key Comparisons</a:t>
            </a:r>
            <a:endParaRPr lang="de-DE" sz="4800" dirty="0">
              <a:solidFill>
                <a:schemeClr val="tx2"/>
              </a:solidFill>
            </a:endParaRPr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pPr algn="l"/>
            <a:r>
              <a:rPr sz="4800" b="1" dirty="0">
                <a:solidFill>
                  <a:schemeClr val="tx2"/>
                </a:solidFill>
              </a:rPr>
              <a:t>Classification Quality</a:t>
            </a:r>
            <a:endParaRPr lang="de-DE" sz="4800" dirty="0">
              <a:solidFill>
                <a:schemeClr val="tx2"/>
              </a:solidFill>
            </a:endParaRPr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pPr algn="l"/>
            <a:r>
              <a:rPr sz="4800" b="1" dirty="0">
                <a:solidFill>
                  <a:schemeClr val="tx2"/>
                </a:solidFill>
              </a:rPr>
              <a:t>Runtime Performance</a:t>
            </a:r>
            <a:endParaRPr lang="de-DE" sz="4800" dirty="0">
              <a:solidFill>
                <a:schemeClr val="tx2"/>
              </a:solidFill>
            </a:endParaRPr>
          </a:p>
        </p:txBody>
      </p:sp>
      <p:sp>
        <p:nvSpPr>
          <p:cNvPr id="13" name="Textplatzhalter 12"/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pPr algn="l"/>
            <a:r>
              <a:rPr sz="4800" b="1" dirty="0">
                <a:solidFill>
                  <a:schemeClr val="tx2"/>
                </a:solidFill>
              </a:rPr>
              <a:t>Conclusions</a:t>
            </a:r>
          </a:p>
        </p:txBody>
      </p:sp>
      <p:sp>
        <p:nvSpPr>
          <p:cNvPr id="16" name="Textplatzhalter 15"/>
          <p:cNvSpPr>
            <a:spLocks noGrp="1"/>
          </p:cNvSpPr>
          <p:nvPr>
            <p:ph type="body" sz="quarter" idx="46"/>
          </p:nvPr>
        </p:nvSpPr>
        <p:spPr>
          <a:xfrm>
            <a:off x="1332000" y="6846706"/>
            <a:ext cx="11738541" cy="7734268"/>
          </a:xfrm>
        </p:spPr>
        <p:txBody>
          <a:bodyPr wrap="square"/>
          <a:lstStyle/>
          <a:p>
            <a:r>
              <a:rPr sz="3200" dirty="0"/>
              <a:t>k-</a:t>
            </a:r>
            <a:r>
              <a:rPr sz="3200" dirty="0" err="1"/>
              <a:t>mer</a:t>
            </a:r>
            <a:r>
              <a:rPr sz="3200" dirty="0"/>
              <a:t>-based metagenomic analysis is essential for pathogen detection, tick surveillance, and environmental monitoring. Existing tools face a fundamental trade-off:</a:t>
            </a:r>
          </a:p>
          <a:p>
            <a:endParaRPr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sz="2800" dirty="0" err="1"/>
              <a:t>KrakenUniq</a:t>
            </a:r>
            <a:r>
              <a:rPr sz="2800" dirty="0"/>
              <a:t>: High precision via uncompressed k-</a:t>
            </a:r>
            <a:r>
              <a:rPr sz="2800" dirty="0" err="1"/>
              <a:t>mers</a:t>
            </a:r>
            <a:r>
              <a:rPr sz="2800" dirty="0"/>
              <a:t> → needs 2.5 TB RAM for full bacterial DB (2018); </a:t>
            </a:r>
            <a:r>
              <a:rPr sz="2800" dirty="0" err="1"/>
              <a:t>RefSeq</a:t>
            </a:r>
            <a:r>
              <a:rPr sz="2800" dirty="0"/>
              <a:t> prokaryotic genomes grew 5.8× since then → memory demands are unsustainable</a:t>
            </a:r>
          </a:p>
          <a:p>
            <a:endParaRPr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sz="2800" dirty="0"/>
              <a:t>Kraken 2 / Ganon: Reduce memory via k-</a:t>
            </a:r>
            <a:r>
              <a:rPr sz="2800" dirty="0" err="1"/>
              <a:t>mer</a:t>
            </a:r>
            <a:r>
              <a:rPr sz="2800" dirty="0"/>
              <a:t> compression → false positives → unsuitable for medical diagnostics</a:t>
            </a:r>
          </a:p>
          <a:p>
            <a:endParaRPr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sz="2800" dirty="0"/>
              <a:t>Current small databases: without special measures, focused small databases suffer from many false positives due to evolutionary k-</a:t>
            </a:r>
            <a:r>
              <a:rPr sz="2800" dirty="0" err="1"/>
              <a:t>mer</a:t>
            </a:r>
            <a:r>
              <a:rPr sz="2800" dirty="0"/>
              <a:t> sharing</a:t>
            </a:r>
          </a:p>
          <a:p>
            <a:endParaRPr sz="2800" dirty="0"/>
          </a:p>
          <a:p>
            <a:r>
              <a:rPr sz="3200" dirty="0"/>
              <a:t>Key Question:</a:t>
            </a:r>
          </a:p>
          <a:p>
            <a:r>
              <a:rPr sz="3200" b="1" dirty="0"/>
              <a:t>Can we create small, focused databases that deliver high precision AND high recall — without k-</a:t>
            </a:r>
            <a:r>
              <a:rPr sz="3200" b="1" dirty="0" err="1"/>
              <a:t>mer</a:t>
            </a:r>
            <a:r>
              <a:rPr sz="3200" b="1" dirty="0"/>
              <a:t> compression?</a:t>
            </a:r>
          </a:p>
        </p:txBody>
      </p:sp>
      <p:sp>
        <p:nvSpPr>
          <p:cNvPr id="17" name="Textplatzhalter 16"/>
          <p:cNvSpPr>
            <a:spLocks noGrp="1"/>
          </p:cNvSpPr>
          <p:nvPr>
            <p:ph type="body" sz="quarter" idx="47"/>
          </p:nvPr>
        </p:nvSpPr>
        <p:spPr>
          <a:xfrm>
            <a:off x="1332000" y="25638101"/>
            <a:ext cx="13063269" cy="6642358"/>
          </a:xfrm>
        </p:spPr>
        <p:txBody>
          <a:bodyPr wrap="square"/>
          <a:lstStyle/>
          <a:p>
            <a:pPr marL="0" indent="0">
              <a:buNone/>
            </a:pPr>
            <a:r>
              <a:rPr sz="2200" b="1" dirty="0"/>
              <a:t>Effect of small focused databases</a:t>
            </a:r>
            <a:endParaRPr lang="de-DE" sz="2200" dirty="0"/>
          </a:p>
          <a:p>
            <a:r>
              <a:rPr sz="2200" b="0" dirty="0"/>
              <a:t>Switching from the complete viral DB to a human-virus-only DB on real-world human saliva data:</a:t>
            </a:r>
          </a:p>
          <a:p>
            <a:r>
              <a:rPr sz="2200" b="0" dirty="0" err="1"/>
              <a:t>KrakenUniq</a:t>
            </a:r>
            <a:r>
              <a:rPr sz="2200" b="0" dirty="0"/>
              <a:t>: massive false-positive over-counts — up to 5645× more reads assigned to a taxon (14 k-</a:t>
            </a:r>
            <a:r>
              <a:rPr sz="2200" b="0" dirty="0" err="1"/>
              <a:t>mer</a:t>
            </a:r>
            <a:r>
              <a:rPr sz="2200" b="0" dirty="0"/>
              <a:t> + 15 read taxa over-counted)</a:t>
            </a:r>
          </a:p>
          <a:p>
            <a:r>
              <a:rPr sz="2200" b="0" dirty="0" err="1"/>
              <a:t>Genestrip</a:t>
            </a:r>
            <a:r>
              <a:rPr sz="2200" b="0" dirty="0"/>
              <a:t>: counts stay on the diagonal — identical to the complete DB (max. 1.5× deviation, 0 over-counted k-</a:t>
            </a:r>
            <a:r>
              <a:rPr sz="2200" b="0" dirty="0" err="1"/>
              <a:t>mer</a:t>
            </a:r>
            <a:r>
              <a:rPr sz="2200" b="0" dirty="0"/>
              <a:t> taxa)</a:t>
            </a:r>
          </a:p>
          <a:p>
            <a:r>
              <a:rPr sz="2200" b="0" dirty="0" err="1"/>
              <a:t>Genestrip's</a:t>
            </a:r>
            <a:r>
              <a:rPr sz="2200" b="0" dirty="0"/>
              <a:t> LCA update phase considers non-human viral genomes → no false positives despite the 98× smaller (32 MB) database</a:t>
            </a:r>
          </a:p>
          <a:p>
            <a:pPr marL="0" indent="0">
              <a:buNone/>
            </a:pPr>
            <a:r>
              <a:rPr sz="2200" b="1" dirty="0"/>
              <a:t>Tick-borne pathogens on simulated Nanopore data</a:t>
            </a:r>
          </a:p>
          <a:p>
            <a:r>
              <a:rPr sz="2200" b="0" dirty="0"/>
              <a:t>Highest error case (83–88 % of read k-</a:t>
            </a:r>
            <a:r>
              <a:rPr sz="2200" b="0" dirty="0" err="1"/>
              <a:t>mers</a:t>
            </a:r>
            <a:r>
              <a:rPr sz="2200" b="0" dirty="0"/>
              <a:t> unassignable) — differences are most pronounced here:</a:t>
            </a:r>
          </a:p>
          <a:p>
            <a:r>
              <a:rPr sz="2200" b="0" dirty="0" err="1"/>
              <a:t>Genestrip</a:t>
            </a:r>
            <a:r>
              <a:rPr sz="2200" b="0" dirty="0"/>
              <a:t> (S) leads on F1 at both ranks:  genus 0.66 vs. 0.45 (Kraken 2), species 0.51 vs. 0.26</a:t>
            </a:r>
          </a:p>
          <a:p>
            <a:r>
              <a:rPr sz="2200" b="0" dirty="0"/>
              <a:t>Competing tools reach high precision but collapse on recall (</a:t>
            </a:r>
            <a:r>
              <a:rPr sz="2200" b="0" dirty="0" err="1"/>
              <a:t>KrakenUniq</a:t>
            </a:r>
            <a:r>
              <a:rPr sz="2200" b="0" dirty="0"/>
              <a:t> genus recall 0.23, species 0.13)</a:t>
            </a:r>
          </a:p>
          <a:p>
            <a:r>
              <a:rPr sz="2200" b="0" dirty="0" err="1"/>
              <a:t>Genestrip</a:t>
            </a:r>
            <a:r>
              <a:rPr sz="2200" b="0" dirty="0"/>
              <a:t> (S) recall:  genus 0.57, species 0.44 — driven by tb's deep genomic coverage + loss-less k-</a:t>
            </a:r>
            <a:r>
              <a:rPr sz="2200" b="0" dirty="0" err="1"/>
              <a:t>mer</a:t>
            </a:r>
            <a:r>
              <a:rPr sz="2200" b="0" dirty="0"/>
              <a:t> storing</a:t>
            </a:r>
          </a:p>
          <a:p>
            <a:pPr marL="0" indent="0">
              <a:buNone/>
            </a:pPr>
            <a:r>
              <a:rPr sz="2200" b="1" dirty="0"/>
              <a:t>All 6 example DBs were generated on a regular PC using ≤ 32 GB RAM</a:t>
            </a:r>
          </a:p>
        </p:txBody>
      </p:sp>
      <p:sp>
        <p:nvSpPr>
          <p:cNvPr id="20" name="Textplatzhalter 19"/>
          <p:cNvSpPr>
            <a:spLocks noGrp="1"/>
          </p:cNvSpPr>
          <p:nvPr>
            <p:ph type="body" sz="quarter" idx="51"/>
          </p:nvPr>
        </p:nvSpPr>
        <p:spPr/>
        <p:txBody>
          <a:bodyPr/>
          <a:lstStyle/>
          <a:p>
            <a:pPr algn="l"/>
            <a:r>
              <a:rPr lang="de-DE" dirty="0" err="1">
                <a:solidFill>
                  <a:srgbClr val="FFFFFF"/>
                </a:solidFill>
              </a:rPr>
              <a:t>Published</a:t>
            </a:r>
            <a:r>
              <a:rPr lang="de-DE" dirty="0">
                <a:solidFill>
                  <a:srgbClr val="FFFFFF"/>
                </a:solidFill>
              </a:rPr>
              <a:t> at </a:t>
            </a:r>
            <a:r>
              <a:rPr dirty="0">
                <a:solidFill>
                  <a:srgbClr val="FFFFFF"/>
                </a:solidFill>
              </a:rPr>
              <a:t>BMC Bioinformatics, 2026  •  </a:t>
            </a:r>
            <a:r>
              <a:rPr dirty="0" err="1">
                <a:solidFill>
                  <a:srgbClr val="FFFFFF"/>
                </a:solidFill>
              </a:rPr>
              <a:t>doi</a:t>
            </a:r>
            <a:r>
              <a:rPr dirty="0">
                <a:solidFill>
                  <a:srgbClr val="FFFFFF"/>
                </a:solidFill>
              </a:rPr>
              <a:t>: 10.1186/s12859-026-06512-1</a:t>
            </a:r>
            <a:endParaRPr lang="de-DE" sz="7200" dirty="0"/>
          </a:p>
        </p:txBody>
      </p:sp>
      <p:sp>
        <p:nvSpPr>
          <p:cNvPr id="23" name="Textplatzhalter 22"/>
          <p:cNvSpPr>
            <a:spLocks noGrp="1"/>
          </p:cNvSpPr>
          <p:nvPr>
            <p:ph type="body" sz="quarter" idx="54"/>
          </p:nvPr>
        </p:nvSpPr>
        <p:spPr/>
        <p:txBody>
          <a:bodyPr/>
          <a:lstStyle/>
          <a:p>
            <a:pPr algn="ctr"/>
            <a:r>
              <a:rPr sz="1400" i="1">
                <a:solidFill>
                  <a:srgbClr val="1A1A2E"/>
                </a:solidFill>
              </a:rPr>
              <a:t>Fig. 4: Read classification speed (viral &amp; tick scenarios)</a:t>
            </a:r>
          </a:p>
        </p:txBody>
      </p:sp>
      <p:sp>
        <p:nvSpPr>
          <p:cNvPr id="24" name="Textplatzhalter 23"/>
          <p:cNvSpPr>
            <a:spLocks noGrp="1"/>
          </p:cNvSpPr>
          <p:nvPr>
            <p:ph type="body" sz="quarter" idx="55"/>
          </p:nvPr>
        </p:nvSpPr>
        <p:spPr>
          <a:xfrm>
            <a:off x="2171505" y="22886665"/>
            <a:ext cx="8733799" cy="596056"/>
          </a:xfrm>
        </p:spPr>
        <p:txBody>
          <a:bodyPr/>
          <a:lstStyle/>
          <a:p>
            <a:pPr algn="ctr"/>
            <a:r>
              <a:rPr i="1" dirty="0">
                <a:solidFill>
                  <a:srgbClr val="1A1A2E"/>
                </a:solidFill>
              </a:rPr>
              <a:t>Two-Phase Database Generation (entry + LCA update)</a:t>
            </a:r>
            <a:endParaRPr lang="de-DE" dirty="0"/>
          </a:p>
        </p:txBody>
      </p:sp>
      <p:sp>
        <p:nvSpPr>
          <p:cNvPr id="25" name="Textplatzhalter 24"/>
          <p:cNvSpPr>
            <a:spLocks noGrp="1"/>
          </p:cNvSpPr>
          <p:nvPr>
            <p:ph type="body" sz="quarter" idx="56"/>
          </p:nvPr>
        </p:nvSpPr>
        <p:spPr>
          <a:xfrm>
            <a:off x="10824645" y="22700922"/>
            <a:ext cx="8711118" cy="596056"/>
          </a:xfrm>
        </p:spPr>
        <p:txBody>
          <a:bodyPr/>
          <a:lstStyle/>
          <a:p>
            <a:pPr algn="ctr"/>
            <a:r>
              <a:rPr i="1" dirty="0">
                <a:solidFill>
                  <a:srgbClr val="1A1A2E"/>
                </a:solidFill>
              </a:rPr>
              <a:t>Small-DB effect on assigned k-</a:t>
            </a:r>
            <a:r>
              <a:rPr i="1" dirty="0" err="1">
                <a:solidFill>
                  <a:srgbClr val="1A1A2E"/>
                </a:solidFill>
              </a:rPr>
              <a:t>mers</a:t>
            </a:r>
            <a:r>
              <a:rPr i="1" dirty="0">
                <a:solidFill>
                  <a:srgbClr val="1A1A2E"/>
                </a:solidFill>
              </a:rPr>
              <a:t> &amp; classified reads </a:t>
            </a:r>
            <a:endParaRPr lang="de-DE" i="1" dirty="0">
              <a:solidFill>
                <a:srgbClr val="1A1A2E"/>
              </a:solidFill>
            </a:endParaRPr>
          </a:p>
          <a:p>
            <a:pPr algn="ctr"/>
            <a:r>
              <a:rPr i="1" dirty="0">
                <a:solidFill>
                  <a:srgbClr val="1A1A2E"/>
                </a:solidFill>
              </a:rPr>
              <a:t>(</a:t>
            </a:r>
            <a:r>
              <a:rPr i="1" dirty="0" err="1">
                <a:solidFill>
                  <a:srgbClr val="1A1A2E"/>
                </a:solidFill>
              </a:rPr>
              <a:t>KrakenUniq</a:t>
            </a:r>
            <a:r>
              <a:rPr i="1" dirty="0">
                <a:solidFill>
                  <a:srgbClr val="1A1A2E"/>
                </a:solidFill>
              </a:rPr>
              <a:t> over-counts; </a:t>
            </a:r>
            <a:r>
              <a:rPr i="1" dirty="0" err="1">
                <a:solidFill>
                  <a:srgbClr val="1A1A2E"/>
                </a:solidFill>
              </a:rPr>
              <a:t>Genestrip</a:t>
            </a:r>
            <a:r>
              <a:rPr i="1" dirty="0">
                <a:solidFill>
                  <a:srgbClr val="1A1A2E"/>
                </a:solidFill>
              </a:rPr>
              <a:t> stays exact)</a:t>
            </a:r>
            <a:endParaRPr lang="de-DE" sz="3200" dirty="0"/>
          </a:p>
        </p:txBody>
      </p:sp>
      <p:sp>
        <p:nvSpPr>
          <p:cNvPr id="26" name="Textplatzhalter 25"/>
          <p:cNvSpPr>
            <a:spLocks noGrp="1"/>
          </p:cNvSpPr>
          <p:nvPr>
            <p:ph type="body" sz="quarter" idx="57"/>
          </p:nvPr>
        </p:nvSpPr>
        <p:spPr>
          <a:xfrm>
            <a:off x="19378089" y="22775501"/>
            <a:ext cx="8737585" cy="596056"/>
          </a:xfrm>
        </p:spPr>
        <p:txBody>
          <a:bodyPr/>
          <a:lstStyle/>
          <a:p>
            <a:pPr algn="ctr"/>
            <a:r>
              <a:rPr lang="de-DE" i="1" dirty="0" err="1">
                <a:solidFill>
                  <a:srgbClr val="1A1A2E"/>
                </a:solidFill>
              </a:rPr>
              <a:t>Example</a:t>
            </a:r>
            <a:r>
              <a:rPr lang="de-DE" i="1" dirty="0">
                <a:solidFill>
                  <a:srgbClr val="1A1A2E"/>
                </a:solidFill>
              </a:rPr>
              <a:t>: </a:t>
            </a:r>
            <a:r>
              <a:rPr i="1" dirty="0">
                <a:solidFill>
                  <a:srgbClr val="1A1A2E"/>
                </a:solidFill>
              </a:rPr>
              <a:t>Tick-borne pathogens — F1-score on simulated Nanopore data</a:t>
            </a:r>
            <a:endParaRPr lang="de-DE" sz="3200" dirty="0"/>
          </a:p>
        </p:txBody>
      </p:sp>
      <p:sp>
        <p:nvSpPr>
          <p:cNvPr id="28" name="TextBox 27"/>
          <p:cNvSpPr txBox="1"/>
          <p:nvPr/>
        </p:nvSpPr>
        <p:spPr>
          <a:xfrm>
            <a:off x="13337453" y="6860982"/>
            <a:ext cx="15605760" cy="8156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dirty="0">
                <a:solidFill>
                  <a:srgbClr val="0064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Yes — via two-phase database generation:</a:t>
            </a:r>
          </a:p>
          <a:p>
            <a:endParaRPr lang="de-DE" sz="2800" b="0" dirty="0">
              <a:solidFill>
                <a:srgbClr val="1A1A2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sz="2800" b="0" dirty="0">
                <a:solidFill>
                  <a:srgbClr val="1A1A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1)  Entry phase:  store all k-</a:t>
            </a:r>
            <a:r>
              <a:rPr sz="2800" b="0" dirty="0" err="1">
                <a:solidFill>
                  <a:srgbClr val="1A1A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mers</a:t>
            </a:r>
            <a:r>
              <a:rPr sz="2800" b="0" dirty="0">
                <a:solidFill>
                  <a:srgbClr val="1A1A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(k = 31) from the genomes of the selected organisms of interest.</a:t>
            </a:r>
          </a:p>
          <a:p>
            <a:endParaRPr sz="2800" b="0" dirty="0">
              <a:solidFill>
                <a:srgbClr val="1A1A2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sz="2800" b="0" dirty="0">
                <a:solidFill>
                  <a:srgbClr val="1A1A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2)  Update phase: check every stored k-</a:t>
            </a:r>
            <a:r>
              <a:rPr sz="2800" b="0" dirty="0" err="1">
                <a:solidFill>
                  <a:srgbClr val="1A1A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mer</a:t>
            </a:r>
            <a:r>
              <a:rPr sz="2800" b="0" dirty="0">
                <a:solidFill>
                  <a:srgbClr val="1A1A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against the genomes of ALL other organisms in the same </a:t>
            </a:r>
            <a:r>
              <a:rPr sz="2800" b="0" dirty="0" err="1">
                <a:solidFill>
                  <a:srgbClr val="1A1A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RefSeq</a:t>
            </a:r>
            <a:r>
              <a:rPr sz="2800" b="0" dirty="0">
                <a:solidFill>
                  <a:srgbClr val="1A1A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category. If it also occurs elsewhere, reassign its taxon to the lowest common ancestor (LCA).</a:t>
            </a:r>
            <a:endParaRPr lang="de-DE" sz="2800" b="0" dirty="0">
              <a:solidFill>
                <a:srgbClr val="1A1A2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DE" sz="2800" b="0" dirty="0">
              <a:solidFill>
                <a:srgbClr val="1A1A2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DE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→  </a:t>
            </a:r>
            <a:r>
              <a:rPr lang="de-DE" sz="28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Unspecific</a:t>
            </a:r>
            <a:r>
              <a:rPr lang="de-DE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8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k-mers</a:t>
            </a:r>
            <a:r>
              <a:rPr lang="de-DE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8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</a:t>
            </a:r>
            <a:r>
              <a:rPr lang="de-DE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8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pushed</a:t>
            </a:r>
            <a:r>
              <a:rPr lang="de-DE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8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</a:t>
            </a:r>
            <a:r>
              <a:rPr lang="de-DE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8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de-DE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8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taxonomy</a:t>
            </a:r>
            <a:r>
              <a:rPr lang="de-DE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so a </a:t>
            </a:r>
            <a:r>
              <a:rPr lang="de-DE" sz="28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small</a:t>
            </a:r>
            <a:r>
              <a:rPr lang="de-DE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8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focused</a:t>
            </a:r>
            <a:r>
              <a:rPr lang="de-DE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8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</a:t>
            </a:r>
            <a:r>
              <a:rPr lang="de-DE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8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produces</a:t>
            </a:r>
            <a:r>
              <a:rPr lang="de-DE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NO </a:t>
            </a:r>
            <a:r>
              <a:rPr lang="de-DE" sz="28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false</a:t>
            </a:r>
            <a:r>
              <a:rPr lang="de-DE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positives — </a:t>
            </a:r>
            <a:r>
              <a:rPr lang="de-DE" sz="28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even</a:t>
            </a:r>
            <a:r>
              <a:rPr lang="de-DE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8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though</a:t>
            </a:r>
            <a:r>
              <a:rPr lang="de-DE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8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most</a:t>
            </a:r>
            <a:r>
              <a:rPr lang="de-DE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8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genomes</a:t>
            </a:r>
            <a:r>
              <a:rPr lang="de-DE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8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</a:t>
            </a:r>
            <a:r>
              <a:rPr lang="de-DE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8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never</a:t>
            </a:r>
            <a:r>
              <a:rPr lang="de-DE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8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stored</a:t>
            </a:r>
            <a:r>
              <a:rPr lang="de-DE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de-DE" sz="2800" dirty="0">
              <a:solidFill>
                <a:srgbClr val="1A1A2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de-DE" sz="3200" b="1" i="1" dirty="0">
                <a:solidFill>
                  <a:srgbClr val="1A1A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</a:t>
            </a:r>
            <a:r>
              <a:rPr lang="de-DE" sz="3200" b="1" i="1" dirty="0" err="1">
                <a:solidFill>
                  <a:srgbClr val="1A1A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idea</a:t>
            </a:r>
            <a:r>
              <a:rPr lang="de-DE" sz="3200" b="1" i="1" dirty="0">
                <a:solidFill>
                  <a:srgbClr val="1A1A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de-DE" sz="3200" b="1" i="1" dirty="0" err="1">
                <a:solidFill>
                  <a:srgbClr val="1A1A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de-DE" sz="3200" b="1" i="1" dirty="0">
                <a:solidFill>
                  <a:srgbClr val="1A1A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LCA update </a:t>
            </a:r>
            <a:r>
              <a:rPr lang="de-DE" sz="3200" b="1" i="1" dirty="0" err="1">
                <a:solidFill>
                  <a:srgbClr val="1A1A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considers</a:t>
            </a:r>
            <a:r>
              <a:rPr lang="de-DE" sz="3200" b="1" i="1" dirty="0">
                <a:solidFill>
                  <a:srgbClr val="1A1A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ALL </a:t>
            </a:r>
            <a:r>
              <a:rPr lang="de-DE" sz="3200" b="1" i="1" dirty="0" err="1">
                <a:solidFill>
                  <a:srgbClr val="1A1A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genomes</a:t>
            </a:r>
            <a:r>
              <a:rPr lang="de-DE" sz="3200" b="1" i="1" dirty="0">
                <a:solidFill>
                  <a:srgbClr val="1A1A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3200" b="1" i="1" dirty="0" err="1">
                <a:solidFill>
                  <a:srgbClr val="1A1A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from</a:t>
            </a:r>
            <a:r>
              <a:rPr lang="de-DE" sz="3200" b="1" i="1" dirty="0">
                <a:solidFill>
                  <a:srgbClr val="1A1A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3200" b="1" i="1" dirty="0" err="1">
                <a:solidFill>
                  <a:srgbClr val="1A1A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de-DE" sz="3200" b="1" i="1" dirty="0">
                <a:solidFill>
                  <a:srgbClr val="1A1A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3200" b="1" i="1" dirty="0" err="1">
                <a:solidFill>
                  <a:srgbClr val="1A1A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RefSeq</a:t>
            </a:r>
            <a:r>
              <a:rPr lang="de-DE" sz="3200" b="1" i="1" dirty="0">
                <a:solidFill>
                  <a:srgbClr val="1A1A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de-DE" sz="3200" b="1" i="1" dirty="0" err="1">
                <a:solidFill>
                  <a:srgbClr val="1A1A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from</a:t>
            </a:r>
            <a:r>
              <a:rPr lang="de-DE" sz="3200" b="1" i="1" dirty="0">
                <a:solidFill>
                  <a:srgbClr val="1A1A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3200" b="1" i="1" dirty="0" err="1">
                <a:solidFill>
                  <a:srgbClr val="1A1A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one</a:t>
            </a:r>
            <a:r>
              <a:rPr lang="de-DE" sz="3200" b="1" i="1" dirty="0">
                <a:solidFill>
                  <a:srgbClr val="1A1A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3200" b="1" i="1" dirty="0" err="1">
                <a:solidFill>
                  <a:srgbClr val="1A1A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category</a:t>
            </a:r>
            <a:r>
              <a:rPr lang="de-DE" sz="3200" b="1" i="1" dirty="0">
                <a:solidFill>
                  <a:srgbClr val="1A1A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– </a:t>
            </a:r>
            <a:r>
              <a:rPr lang="de-DE" sz="3200" b="1" i="1" dirty="0" err="1">
                <a:solidFill>
                  <a:srgbClr val="1A1A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even</a:t>
            </a:r>
            <a:r>
              <a:rPr lang="de-DE" sz="3200" b="1" i="1" dirty="0">
                <a:solidFill>
                  <a:srgbClr val="1A1A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3200" b="1" i="1" dirty="0" err="1">
                <a:solidFill>
                  <a:srgbClr val="1A1A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</a:t>
            </a:r>
            <a:r>
              <a:rPr lang="de-DE" sz="3200" b="1" i="1" dirty="0">
                <a:solidFill>
                  <a:srgbClr val="1A1A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3200" b="1" i="1" dirty="0" err="1">
                <a:solidFill>
                  <a:srgbClr val="1A1A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de-DE" sz="3200" b="1" i="1" dirty="0">
                <a:solidFill>
                  <a:srgbClr val="1A1A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3200" b="1" i="1" dirty="0" err="1">
                <a:solidFill>
                  <a:srgbClr val="1A1A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genome</a:t>
            </a:r>
            <a:r>
              <a:rPr lang="de-DE" sz="3200" b="1" i="1" dirty="0">
                <a:solidFill>
                  <a:srgbClr val="1A1A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3200" b="1" i="1" dirty="0" err="1">
                <a:solidFill>
                  <a:srgbClr val="1A1A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lang="de-DE" sz="3200" b="1" i="1" dirty="0">
                <a:solidFill>
                  <a:srgbClr val="1A1A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NOT </a:t>
            </a:r>
            <a:r>
              <a:rPr lang="de-DE" sz="3200" b="1" i="1" dirty="0" err="1">
                <a:solidFill>
                  <a:srgbClr val="1A1A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included</a:t>
            </a:r>
            <a:r>
              <a:rPr lang="de-DE" sz="3200" b="1" i="1" dirty="0">
                <a:solidFill>
                  <a:srgbClr val="1A1A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 </a:t>
            </a:r>
            <a:r>
              <a:rPr lang="de-DE" sz="3200" b="1" i="1" dirty="0" err="1">
                <a:solidFill>
                  <a:srgbClr val="1A1A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de-DE" sz="3200" b="1" i="1" dirty="0">
                <a:solidFill>
                  <a:srgbClr val="1A1A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3200" b="1" i="1" dirty="0" err="1">
                <a:solidFill>
                  <a:srgbClr val="1A1A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k-mer</a:t>
            </a:r>
            <a:r>
              <a:rPr lang="de-DE" sz="3200" b="1" i="1" dirty="0">
                <a:solidFill>
                  <a:srgbClr val="1A1A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3200" b="1" i="1" dirty="0" err="1">
                <a:solidFill>
                  <a:srgbClr val="1A1A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</a:t>
            </a:r>
            <a:r>
              <a:rPr lang="de-DE" sz="3200" b="1" i="1" dirty="0">
                <a:solidFill>
                  <a:srgbClr val="1A1A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de-DE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de-DE" sz="4000" b="0" dirty="0">
              <a:solidFill>
                <a:srgbClr val="1A1A2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sz="2800" b="0" dirty="0">
                <a:solidFill>
                  <a:srgbClr val="1A1A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Because the database stays small, k-</a:t>
            </a:r>
            <a:r>
              <a:rPr sz="2800" b="0" dirty="0" err="1">
                <a:solidFill>
                  <a:srgbClr val="1A1A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mer</a:t>
            </a:r>
            <a:r>
              <a:rPr sz="2800" b="0" dirty="0">
                <a:solidFill>
                  <a:srgbClr val="1A1A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compression becomes unnecessary — eliminating compression-induced false positives entirely.</a:t>
            </a:r>
          </a:p>
          <a:p>
            <a:endParaRPr sz="2800" b="0" dirty="0">
              <a:solidFill>
                <a:srgbClr val="1A1A2E"/>
              </a:solidFill>
            </a:endParaRPr>
          </a:p>
          <a:p>
            <a:r>
              <a:rPr sz="2400" b="1" dirty="0">
                <a:solidFill>
                  <a:srgbClr val="5A5A5A"/>
                </a:solidFill>
              </a:rPr>
              <a:t>Java • goal-oriented build (Make-like) • Bloom filters • multi-threaded • command-line &amp; API • Linux / Windows / macOS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6365116"/>
              </p:ext>
            </p:extLst>
          </p:nvPr>
        </p:nvGraphicFramePr>
        <p:xfrm>
          <a:off x="1411817" y="34508209"/>
          <a:ext cx="19054956" cy="6851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8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689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99889">
                <a:tc>
                  <a:txBody>
                    <a:bodyPr/>
                    <a:lstStyle/>
                    <a:p>
                      <a:r>
                        <a:rPr sz="36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Key Finding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36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Impact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50355">
                <a:tc>
                  <a:txBody>
                    <a:bodyPr/>
                    <a:lstStyle/>
                    <a:p>
                      <a:r>
                        <a:rPr sz="3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Two-phase DB generation (entry + LCA update phase)
considers ALL </a:t>
                      </a:r>
                      <a:r>
                        <a:rPr sz="320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RefSeq</a:t>
                      </a:r>
                      <a:r>
                        <a:rPr sz="3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genomes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3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Small, focused databases without false positives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50355">
                <a:tc>
                  <a:txBody>
                    <a:bodyPr/>
                    <a:lstStyle/>
                    <a:p>
                      <a:r>
                        <a:rPr sz="3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Human virus DB: 32 MB vs 3.1 GB complete viral DB
(98× smaller)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3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Same precision &amp; recall on real-world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50355">
                <a:tc>
                  <a:txBody>
                    <a:bodyPr/>
                    <a:lstStyle/>
                    <a:p>
                      <a:r>
                        <a:rPr sz="3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Tick-borne DB (3.7 GB): 27,303 reads/s at 6 GB RAM
vs. </a:t>
                      </a:r>
                      <a:r>
                        <a:rPr sz="320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KrakenUniq</a:t>
                      </a:r>
                      <a:r>
                        <a:rPr sz="3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 946 reads/s at 121 GB 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32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29× faster, 20× less memory for same task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50355">
                <a:tc>
                  <a:txBody>
                    <a:bodyPr/>
                    <a:lstStyle/>
                    <a:p>
                      <a:r>
                        <a:rPr sz="32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Database generation on regular PC: 5 min – 8 hrs
using ≤ 32 GB 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32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 specialized hardware needed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50355">
                <a:tc>
                  <a:txBody>
                    <a:bodyPr/>
                    <a:lstStyle/>
                    <a:p>
                      <a:r>
                        <a:rPr sz="3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k-</a:t>
                      </a:r>
                      <a:r>
                        <a:rPr sz="320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mer</a:t>
                      </a:r>
                      <a:r>
                        <a:rPr sz="3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compression eliminated for focused DBs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3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Zero false positives from compression artifacts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20639315" y="33512994"/>
            <a:ext cx="8303898" cy="79714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dirty="0">
                <a:solidFill>
                  <a:srgbClr val="006450"/>
                </a:solidFill>
              </a:rPr>
              <a:t>Get </a:t>
            </a:r>
            <a:r>
              <a:rPr sz="4400" b="1" dirty="0" err="1">
                <a:solidFill>
                  <a:srgbClr val="006450"/>
                </a:solidFill>
              </a:rPr>
              <a:t>Genestrip</a:t>
            </a:r>
            <a:endParaRPr lang="de-DE" sz="4400" b="1" dirty="0">
              <a:solidFill>
                <a:srgbClr val="006450"/>
              </a:solidFill>
            </a:endParaRPr>
          </a:p>
          <a:p>
            <a:pPr algn="ctr"/>
            <a:endParaRPr sz="4400" b="1" dirty="0">
              <a:solidFill>
                <a:srgbClr val="006450"/>
              </a:solidFill>
            </a:endParaRPr>
          </a:p>
          <a:p>
            <a:pPr algn="ctr"/>
            <a:r>
              <a:rPr sz="4000" b="1" dirty="0" err="1">
                <a:solidFill>
                  <a:srgbClr val="2E86AB"/>
                </a:solidFill>
              </a:rPr>
              <a:t>github.com</a:t>
            </a:r>
            <a:r>
              <a:rPr sz="4000" b="1" dirty="0">
                <a:solidFill>
                  <a:srgbClr val="2E86AB"/>
                </a:solidFill>
              </a:rPr>
              <a:t>/</a:t>
            </a:r>
            <a:r>
              <a:rPr sz="4000" b="1" dirty="0" err="1">
                <a:solidFill>
                  <a:srgbClr val="2E86AB"/>
                </a:solidFill>
              </a:rPr>
              <a:t>pfeiferd</a:t>
            </a:r>
            <a:r>
              <a:rPr sz="4000" b="1" dirty="0">
                <a:solidFill>
                  <a:srgbClr val="2E86AB"/>
                </a:solidFill>
              </a:rPr>
              <a:t>/</a:t>
            </a:r>
            <a:r>
              <a:rPr sz="4000" b="1" dirty="0" err="1">
                <a:solidFill>
                  <a:srgbClr val="2E86AB"/>
                </a:solidFill>
              </a:rPr>
              <a:t>genestrip</a:t>
            </a:r>
            <a:endParaRPr sz="4000" b="1" dirty="0">
              <a:solidFill>
                <a:srgbClr val="2E86AB"/>
              </a:solidFill>
            </a:endParaRPr>
          </a:p>
          <a:p>
            <a:pPr algn="ctr"/>
            <a:endParaRPr sz="4000" b="1" dirty="0">
              <a:solidFill>
                <a:srgbClr val="2E86AB"/>
              </a:solidFill>
            </a:endParaRPr>
          </a:p>
          <a:p>
            <a:pPr algn="ctr"/>
            <a:r>
              <a:rPr sz="3200" b="1" dirty="0">
                <a:solidFill>
                  <a:srgbClr val="006450"/>
                </a:solidFill>
              </a:rPr>
              <a:t>Releases: v2.5</a:t>
            </a:r>
          </a:p>
          <a:p>
            <a:pPr algn="ctr"/>
            <a:endParaRPr sz="3200" b="1" dirty="0">
              <a:solidFill>
                <a:srgbClr val="006450"/>
              </a:solidFill>
            </a:endParaRPr>
          </a:p>
          <a:p>
            <a:pPr algn="ctr"/>
            <a:r>
              <a:rPr sz="3200" dirty="0">
                <a:solidFill>
                  <a:srgbClr val="5A5A5A"/>
                </a:solidFill>
              </a:rPr>
              <a:t>• Apache 2.0 License</a:t>
            </a:r>
            <a:r>
              <a:rPr lang="de-DE" sz="3200" dirty="0">
                <a:solidFill>
                  <a:srgbClr val="5A5A5A"/>
                </a:solidFill>
              </a:rPr>
              <a:t> </a:t>
            </a:r>
            <a:r>
              <a:rPr lang="de-DE" sz="3200" dirty="0" err="1">
                <a:solidFill>
                  <a:srgbClr val="5A5A5A"/>
                </a:solidFill>
              </a:rPr>
              <a:t>subject</a:t>
            </a:r>
            <a:r>
              <a:rPr lang="de-DE" sz="3200" dirty="0">
                <a:solidFill>
                  <a:srgbClr val="5A5A5A"/>
                </a:solidFill>
              </a:rPr>
              <a:t> </a:t>
            </a:r>
            <a:r>
              <a:rPr lang="de-DE" sz="3200" dirty="0" err="1">
                <a:solidFill>
                  <a:srgbClr val="5A5A5A"/>
                </a:solidFill>
              </a:rPr>
              <a:t>to</a:t>
            </a:r>
            <a:r>
              <a:rPr lang="de-DE" sz="3200" dirty="0">
                <a:solidFill>
                  <a:srgbClr val="5A5A5A"/>
                </a:solidFill>
              </a:rPr>
              <a:t> Commons </a:t>
            </a:r>
            <a:r>
              <a:rPr lang="de-DE" sz="3200" dirty="0" err="1">
                <a:solidFill>
                  <a:srgbClr val="5A5A5A"/>
                </a:solidFill>
              </a:rPr>
              <a:t>Clause</a:t>
            </a:r>
            <a:endParaRPr sz="3200" dirty="0">
              <a:solidFill>
                <a:srgbClr val="5A5A5A"/>
              </a:solidFill>
            </a:endParaRPr>
          </a:p>
          <a:p>
            <a:pPr algn="ctr"/>
            <a:r>
              <a:rPr sz="3200" dirty="0">
                <a:solidFill>
                  <a:srgbClr val="5A5A5A"/>
                </a:solidFill>
              </a:rPr>
              <a:t>• Java (JRE 11+)</a:t>
            </a:r>
          </a:p>
          <a:p>
            <a:pPr algn="ctr"/>
            <a:r>
              <a:rPr sz="3200" dirty="0">
                <a:solidFill>
                  <a:srgbClr val="5A5A5A"/>
                </a:solidFill>
              </a:rPr>
              <a:t>• Linux | Windows | macOS</a:t>
            </a:r>
          </a:p>
          <a:p>
            <a:pPr algn="ctr"/>
            <a:r>
              <a:rPr sz="3200" dirty="0">
                <a:solidFill>
                  <a:srgbClr val="5A5A5A"/>
                </a:solidFill>
              </a:rPr>
              <a:t>• Command-line &amp; API usage</a:t>
            </a:r>
          </a:p>
          <a:p>
            <a:pPr algn="ctr"/>
            <a:r>
              <a:rPr sz="3200" dirty="0">
                <a:solidFill>
                  <a:srgbClr val="5A5A5A"/>
                </a:solidFill>
              </a:rPr>
              <a:t>• Extensive automated tests</a:t>
            </a:r>
          </a:p>
          <a:p>
            <a:pPr algn="ctr"/>
            <a:endParaRPr sz="3200" dirty="0">
              <a:solidFill>
                <a:srgbClr val="5A5A5A"/>
              </a:solidFill>
            </a:endParaRPr>
          </a:p>
          <a:p>
            <a:pPr algn="ctr"/>
            <a:r>
              <a:rPr sz="3200" b="1" dirty="0">
                <a:solidFill>
                  <a:srgbClr val="006450"/>
                </a:solidFill>
              </a:rPr>
              <a:t>Example databases:</a:t>
            </a:r>
          </a:p>
          <a:p>
            <a:pPr algn="ctr"/>
            <a:r>
              <a:rPr sz="2800" dirty="0" err="1">
                <a:solidFill>
                  <a:srgbClr val="1A1A2E"/>
                </a:solidFill>
              </a:rPr>
              <a:t>human_virus</a:t>
            </a:r>
            <a:r>
              <a:rPr sz="2800" dirty="0">
                <a:solidFill>
                  <a:srgbClr val="1A1A2E"/>
                </a:solidFill>
              </a:rPr>
              <a:t> | tick-borne | protozoa</a:t>
            </a:r>
          </a:p>
          <a:p>
            <a:pPr algn="ctr"/>
            <a:r>
              <a:rPr sz="2800" dirty="0">
                <a:solidFill>
                  <a:srgbClr val="1A1A2E"/>
                </a:solidFill>
              </a:rPr>
              <a:t>vineyard | parasites | ...</a:t>
            </a:r>
            <a:endParaRPr sz="1500" dirty="0">
              <a:solidFill>
                <a:srgbClr val="1A1A2E"/>
              </a:solidFill>
            </a:endParaRPr>
          </a:p>
        </p:txBody>
      </p:sp>
      <p:sp>
        <p:nvSpPr>
          <p:cNvPr id="18" name="TextBox 1">
            <a:extLst>
              <a:ext uri="{FF2B5EF4-FFF2-40B4-BE49-F238E27FC236}">
                <a16:creationId xmlns:a16="http://schemas.microsoft.com/office/drawing/2014/main" id="{00B7A8D8-E9C2-187B-CA38-1D12C6914668}"/>
              </a:ext>
            </a:extLst>
          </p:cNvPr>
          <p:cNvSpPr txBox="1"/>
          <p:nvPr/>
        </p:nvSpPr>
        <p:spPr>
          <a:xfrm>
            <a:off x="1846285" y="16770089"/>
            <a:ext cx="9000000" cy="482183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2800" b="1" i="0" dirty="0" err="1">
                <a:solidFill>
                  <a:srgbClr val="006450"/>
                </a:solidFill>
              </a:rPr>
              <a:t>Genestrip</a:t>
            </a:r>
            <a:r>
              <a:rPr sz="2800" b="1" i="0" dirty="0">
                <a:solidFill>
                  <a:srgbClr val="006450"/>
                </a:solidFill>
              </a:rPr>
              <a:t>: Two-Phase Database Generation</a:t>
            </a:r>
          </a:p>
        </p:txBody>
      </p:sp>
      <p:sp>
        <p:nvSpPr>
          <p:cNvPr id="19" name="Rounded Rectangle 2">
            <a:extLst>
              <a:ext uri="{FF2B5EF4-FFF2-40B4-BE49-F238E27FC236}">
                <a16:creationId xmlns:a16="http://schemas.microsoft.com/office/drawing/2014/main" id="{7BC58AC7-8AE4-BBB7-F57F-13BD4DF6705D}"/>
              </a:ext>
            </a:extLst>
          </p:cNvPr>
          <p:cNvSpPr/>
          <p:nvPr/>
        </p:nvSpPr>
        <p:spPr>
          <a:xfrm>
            <a:off x="1872558" y="17343354"/>
            <a:ext cx="4007520" cy="216000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006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9900"/>
          </a:p>
        </p:txBody>
      </p:sp>
      <p:sp>
        <p:nvSpPr>
          <p:cNvPr id="35" name="TextBox 3">
            <a:extLst>
              <a:ext uri="{FF2B5EF4-FFF2-40B4-BE49-F238E27FC236}">
                <a16:creationId xmlns:a16="http://schemas.microsoft.com/office/drawing/2014/main" id="{5ED5EEDE-FD2B-8A8C-579D-39095C66264C}"/>
              </a:ext>
            </a:extLst>
          </p:cNvPr>
          <p:cNvSpPr txBox="1"/>
          <p:nvPr/>
        </p:nvSpPr>
        <p:spPr>
          <a:xfrm>
            <a:off x="1872558" y="17354264"/>
            <a:ext cx="4007520" cy="482183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2800" b="1" i="0" dirty="0">
                <a:solidFill>
                  <a:srgbClr val="006450"/>
                </a:solidFill>
              </a:rPr>
              <a:t>Phase 1: Entry</a:t>
            </a:r>
          </a:p>
        </p:txBody>
      </p:sp>
      <p:sp>
        <p:nvSpPr>
          <p:cNvPr id="36" name="TextBox 4">
            <a:extLst>
              <a:ext uri="{FF2B5EF4-FFF2-40B4-BE49-F238E27FC236}">
                <a16:creationId xmlns:a16="http://schemas.microsoft.com/office/drawing/2014/main" id="{B61F0932-7110-B971-82BC-C1A2333FC339}"/>
              </a:ext>
            </a:extLst>
          </p:cNvPr>
          <p:cNvSpPr txBox="1"/>
          <p:nvPr/>
        </p:nvSpPr>
        <p:spPr>
          <a:xfrm>
            <a:off x="1944558" y="17788597"/>
            <a:ext cx="3863519" cy="297517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600" b="0" i="1">
                <a:solidFill>
                  <a:srgbClr val="333333"/>
                </a:solidFill>
              </a:rPr>
              <a:t>Genomes of selected organisms of interest</a:t>
            </a:r>
          </a:p>
        </p:txBody>
      </p:sp>
      <p:sp>
        <p:nvSpPr>
          <p:cNvPr id="37" name="Rounded Rectangle 5">
            <a:extLst>
              <a:ext uri="{FF2B5EF4-FFF2-40B4-BE49-F238E27FC236}">
                <a16:creationId xmlns:a16="http://schemas.microsoft.com/office/drawing/2014/main" id="{EAED9E41-B946-25EB-8F16-D0A737173CBB}"/>
              </a:ext>
            </a:extLst>
          </p:cNvPr>
          <p:cNvSpPr/>
          <p:nvPr/>
        </p:nvSpPr>
        <p:spPr>
          <a:xfrm>
            <a:off x="2016557" y="18243354"/>
            <a:ext cx="875879" cy="360000"/>
          </a:xfrm>
          <a:prstGeom prst="roundRect">
            <a:avLst/>
          </a:prstGeom>
          <a:solidFill>
            <a:srgbClr val="FF7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Borr.</a:t>
            </a:r>
          </a:p>
        </p:txBody>
      </p:sp>
      <p:sp>
        <p:nvSpPr>
          <p:cNvPr id="38" name="Rounded Rectangle 6">
            <a:extLst>
              <a:ext uri="{FF2B5EF4-FFF2-40B4-BE49-F238E27FC236}">
                <a16:creationId xmlns:a16="http://schemas.microsoft.com/office/drawing/2014/main" id="{DDD92931-452F-98BA-6E76-8B96793CE9B7}"/>
              </a:ext>
            </a:extLst>
          </p:cNvPr>
          <p:cNvSpPr/>
          <p:nvPr/>
        </p:nvSpPr>
        <p:spPr>
          <a:xfrm>
            <a:off x="2946437" y="18243354"/>
            <a:ext cx="875879" cy="360000"/>
          </a:xfrm>
          <a:prstGeom prst="roundRect">
            <a:avLst/>
          </a:prstGeom>
          <a:solidFill>
            <a:srgbClr val="42A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Rick.</a:t>
            </a:r>
          </a:p>
        </p:txBody>
      </p:sp>
      <p:sp>
        <p:nvSpPr>
          <p:cNvPr id="39" name="Rounded Rectangle 7">
            <a:extLst>
              <a:ext uri="{FF2B5EF4-FFF2-40B4-BE49-F238E27FC236}">
                <a16:creationId xmlns:a16="http://schemas.microsoft.com/office/drawing/2014/main" id="{243F2E7A-53A7-4245-543A-93507F243414}"/>
              </a:ext>
            </a:extLst>
          </p:cNvPr>
          <p:cNvSpPr/>
          <p:nvPr/>
        </p:nvSpPr>
        <p:spPr>
          <a:xfrm>
            <a:off x="3876317" y="18243354"/>
            <a:ext cx="875879" cy="360000"/>
          </a:xfrm>
          <a:prstGeom prst="roundRect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Ehrl.</a:t>
            </a:r>
          </a:p>
        </p:txBody>
      </p:sp>
      <p:sp>
        <p:nvSpPr>
          <p:cNvPr id="40" name="Rounded Rectangle 8">
            <a:extLst>
              <a:ext uri="{FF2B5EF4-FFF2-40B4-BE49-F238E27FC236}">
                <a16:creationId xmlns:a16="http://schemas.microsoft.com/office/drawing/2014/main" id="{F369E0A6-5651-6603-F599-BB39033C81F5}"/>
              </a:ext>
            </a:extLst>
          </p:cNvPr>
          <p:cNvSpPr/>
          <p:nvPr/>
        </p:nvSpPr>
        <p:spPr>
          <a:xfrm>
            <a:off x="4806198" y="18243354"/>
            <a:ext cx="875879" cy="360000"/>
          </a:xfrm>
          <a:prstGeom prst="roundRect">
            <a:avLst/>
          </a:prstGeom>
          <a:solidFill>
            <a:srgbClr val="AB47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Anap.</a:t>
            </a:r>
          </a:p>
        </p:txBody>
      </p:sp>
      <p:sp>
        <p:nvSpPr>
          <p:cNvPr id="41" name="TextBox 9">
            <a:extLst>
              <a:ext uri="{FF2B5EF4-FFF2-40B4-BE49-F238E27FC236}">
                <a16:creationId xmlns:a16="http://schemas.microsoft.com/office/drawing/2014/main" id="{B3FD6729-FF05-AFF8-A602-A7E4C37955F1}"/>
              </a:ext>
            </a:extLst>
          </p:cNvPr>
          <p:cNvSpPr txBox="1"/>
          <p:nvPr/>
        </p:nvSpPr>
        <p:spPr>
          <a:xfrm>
            <a:off x="1944558" y="18768708"/>
            <a:ext cx="3863519" cy="60529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800" b="0" i="0" dirty="0">
                <a:solidFill>
                  <a:srgbClr val="5A5A5A"/>
                </a:solidFill>
              </a:rPr>
              <a:t>k-</a:t>
            </a:r>
            <a:r>
              <a:rPr sz="1800" b="0" i="0" dirty="0" err="1">
                <a:solidFill>
                  <a:srgbClr val="5A5A5A"/>
                </a:solidFill>
              </a:rPr>
              <a:t>mers</a:t>
            </a:r>
            <a:r>
              <a:rPr sz="1800" b="0" i="0" dirty="0">
                <a:solidFill>
                  <a:srgbClr val="5A5A5A"/>
                </a:solidFill>
              </a:rPr>
              <a:t> stored with the</a:t>
            </a:r>
          </a:p>
          <a:p>
            <a:pPr algn="ctr"/>
            <a:r>
              <a:rPr sz="1800" b="1" i="0" dirty="0">
                <a:solidFill>
                  <a:srgbClr val="006450"/>
                </a:solidFill>
              </a:rPr>
              <a:t>species taxon ID</a:t>
            </a:r>
          </a:p>
        </p:txBody>
      </p:sp>
      <p:sp>
        <p:nvSpPr>
          <p:cNvPr id="42" name="Rounded Rectangle 10">
            <a:extLst>
              <a:ext uri="{FF2B5EF4-FFF2-40B4-BE49-F238E27FC236}">
                <a16:creationId xmlns:a16="http://schemas.microsoft.com/office/drawing/2014/main" id="{2616F3B3-CFD8-D9BA-0FD9-96A6ED2789AA}"/>
              </a:ext>
            </a:extLst>
          </p:cNvPr>
          <p:cNvSpPr/>
          <p:nvPr/>
        </p:nvSpPr>
        <p:spPr>
          <a:xfrm>
            <a:off x="6892763" y="17343354"/>
            <a:ext cx="4007520" cy="216000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2E8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11">
            <a:extLst>
              <a:ext uri="{FF2B5EF4-FFF2-40B4-BE49-F238E27FC236}">
                <a16:creationId xmlns:a16="http://schemas.microsoft.com/office/drawing/2014/main" id="{FFA3CB16-0532-8D4F-20F3-EDD3F163707E}"/>
              </a:ext>
            </a:extLst>
          </p:cNvPr>
          <p:cNvSpPr txBox="1"/>
          <p:nvPr/>
        </p:nvSpPr>
        <p:spPr>
          <a:xfrm>
            <a:off x="6892763" y="17354264"/>
            <a:ext cx="4007520" cy="482183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2800" b="1" i="0" dirty="0">
                <a:solidFill>
                  <a:srgbClr val="2E86AB"/>
                </a:solidFill>
              </a:rPr>
              <a:t>Phase 2: Update</a:t>
            </a:r>
          </a:p>
        </p:txBody>
      </p:sp>
      <p:sp>
        <p:nvSpPr>
          <p:cNvPr id="44" name="TextBox 12">
            <a:extLst>
              <a:ext uri="{FF2B5EF4-FFF2-40B4-BE49-F238E27FC236}">
                <a16:creationId xmlns:a16="http://schemas.microsoft.com/office/drawing/2014/main" id="{DF8D33F6-2E9D-F996-8BA3-15B457EAFDF2}"/>
              </a:ext>
            </a:extLst>
          </p:cNvPr>
          <p:cNvSpPr txBox="1"/>
          <p:nvPr/>
        </p:nvSpPr>
        <p:spPr>
          <a:xfrm>
            <a:off x="6888558" y="17720559"/>
            <a:ext cx="3863519" cy="543739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600" b="1" i="1" dirty="0">
                <a:solidFill>
                  <a:srgbClr val="333333"/>
                </a:solidFill>
              </a:rPr>
              <a:t>ALL</a:t>
            </a:r>
            <a:r>
              <a:rPr sz="1600" b="0" i="1" dirty="0">
                <a:solidFill>
                  <a:srgbClr val="333333"/>
                </a:solidFill>
              </a:rPr>
              <a:t> genomes in the </a:t>
            </a:r>
            <a:r>
              <a:rPr sz="1600" b="0" i="1" dirty="0" err="1">
                <a:solidFill>
                  <a:srgbClr val="333333"/>
                </a:solidFill>
              </a:rPr>
              <a:t>RefSeq</a:t>
            </a:r>
            <a:r>
              <a:rPr sz="1600" b="0" i="1" dirty="0">
                <a:solidFill>
                  <a:srgbClr val="333333"/>
                </a:solidFill>
              </a:rPr>
              <a:t> category (thousands)</a:t>
            </a:r>
          </a:p>
        </p:txBody>
      </p:sp>
      <p:sp>
        <p:nvSpPr>
          <p:cNvPr id="45" name="Rounded Rectangle 13">
            <a:extLst>
              <a:ext uri="{FF2B5EF4-FFF2-40B4-BE49-F238E27FC236}">
                <a16:creationId xmlns:a16="http://schemas.microsoft.com/office/drawing/2014/main" id="{1AD8B118-EDE6-964A-241B-723F18921509}"/>
              </a:ext>
            </a:extLst>
          </p:cNvPr>
          <p:cNvSpPr/>
          <p:nvPr/>
        </p:nvSpPr>
        <p:spPr>
          <a:xfrm>
            <a:off x="7052873" y="18321652"/>
            <a:ext cx="700703" cy="223200"/>
          </a:xfrm>
          <a:prstGeom prst="round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9900"/>
          </a:p>
        </p:txBody>
      </p:sp>
      <p:sp>
        <p:nvSpPr>
          <p:cNvPr id="46" name="Rounded Rectangle 14">
            <a:extLst>
              <a:ext uri="{FF2B5EF4-FFF2-40B4-BE49-F238E27FC236}">
                <a16:creationId xmlns:a16="http://schemas.microsoft.com/office/drawing/2014/main" id="{6CD9373E-C540-07AA-D7C5-0AB38B2CCC97}"/>
              </a:ext>
            </a:extLst>
          </p:cNvPr>
          <p:cNvSpPr/>
          <p:nvPr/>
        </p:nvSpPr>
        <p:spPr>
          <a:xfrm>
            <a:off x="7796777" y="18321652"/>
            <a:ext cx="700703" cy="223200"/>
          </a:xfrm>
          <a:prstGeom prst="round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9900"/>
          </a:p>
        </p:txBody>
      </p:sp>
      <p:sp>
        <p:nvSpPr>
          <p:cNvPr id="47" name="Rounded Rectangle 15">
            <a:extLst>
              <a:ext uri="{FF2B5EF4-FFF2-40B4-BE49-F238E27FC236}">
                <a16:creationId xmlns:a16="http://schemas.microsoft.com/office/drawing/2014/main" id="{E7747087-459A-5746-B8CD-3378B6DFCD85}"/>
              </a:ext>
            </a:extLst>
          </p:cNvPr>
          <p:cNvSpPr/>
          <p:nvPr/>
        </p:nvSpPr>
        <p:spPr>
          <a:xfrm>
            <a:off x="8540681" y="18321652"/>
            <a:ext cx="700703" cy="223200"/>
          </a:xfrm>
          <a:prstGeom prst="round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9900"/>
          </a:p>
        </p:txBody>
      </p:sp>
      <p:sp>
        <p:nvSpPr>
          <p:cNvPr id="48" name="Rounded Rectangle 16">
            <a:extLst>
              <a:ext uri="{FF2B5EF4-FFF2-40B4-BE49-F238E27FC236}">
                <a16:creationId xmlns:a16="http://schemas.microsoft.com/office/drawing/2014/main" id="{9ADD613F-2EA9-C2C0-B64D-4DFE45CEB94C}"/>
              </a:ext>
            </a:extLst>
          </p:cNvPr>
          <p:cNvSpPr/>
          <p:nvPr/>
        </p:nvSpPr>
        <p:spPr>
          <a:xfrm>
            <a:off x="9284585" y="18321652"/>
            <a:ext cx="700703" cy="223200"/>
          </a:xfrm>
          <a:prstGeom prst="round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9900"/>
          </a:p>
        </p:txBody>
      </p:sp>
      <p:sp>
        <p:nvSpPr>
          <p:cNvPr id="49" name="Rounded Rectangle 17">
            <a:extLst>
              <a:ext uri="{FF2B5EF4-FFF2-40B4-BE49-F238E27FC236}">
                <a16:creationId xmlns:a16="http://schemas.microsoft.com/office/drawing/2014/main" id="{5A1CCFAD-9BBE-A073-E3CB-FE9E6B05B3B1}"/>
              </a:ext>
            </a:extLst>
          </p:cNvPr>
          <p:cNvSpPr/>
          <p:nvPr/>
        </p:nvSpPr>
        <p:spPr>
          <a:xfrm>
            <a:off x="10028489" y="18321652"/>
            <a:ext cx="700703" cy="223200"/>
          </a:xfrm>
          <a:prstGeom prst="round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9900"/>
          </a:p>
        </p:txBody>
      </p:sp>
      <p:sp>
        <p:nvSpPr>
          <p:cNvPr id="50" name="Rounded Rectangle 18">
            <a:extLst>
              <a:ext uri="{FF2B5EF4-FFF2-40B4-BE49-F238E27FC236}">
                <a16:creationId xmlns:a16="http://schemas.microsoft.com/office/drawing/2014/main" id="{DEC2873A-6DE0-5BEC-7B2B-81CEA00DF1D0}"/>
              </a:ext>
            </a:extLst>
          </p:cNvPr>
          <p:cNvSpPr/>
          <p:nvPr/>
        </p:nvSpPr>
        <p:spPr>
          <a:xfrm>
            <a:off x="7052873" y="18588052"/>
            <a:ext cx="700703" cy="223200"/>
          </a:xfrm>
          <a:prstGeom prst="round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9900"/>
          </a:p>
        </p:txBody>
      </p:sp>
      <p:sp>
        <p:nvSpPr>
          <p:cNvPr id="51" name="Rounded Rectangle 19">
            <a:extLst>
              <a:ext uri="{FF2B5EF4-FFF2-40B4-BE49-F238E27FC236}">
                <a16:creationId xmlns:a16="http://schemas.microsoft.com/office/drawing/2014/main" id="{17935E98-D2F6-7EB7-CC4F-AC45D00683DF}"/>
              </a:ext>
            </a:extLst>
          </p:cNvPr>
          <p:cNvSpPr/>
          <p:nvPr/>
        </p:nvSpPr>
        <p:spPr>
          <a:xfrm>
            <a:off x="7796777" y="18588052"/>
            <a:ext cx="700703" cy="223200"/>
          </a:xfrm>
          <a:prstGeom prst="round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9900"/>
          </a:p>
        </p:txBody>
      </p:sp>
      <p:sp>
        <p:nvSpPr>
          <p:cNvPr id="52" name="Rounded Rectangle 20">
            <a:extLst>
              <a:ext uri="{FF2B5EF4-FFF2-40B4-BE49-F238E27FC236}">
                <a16:creationId xmlns:a16="http://schemas.microsoft.com/office/drawing/2014/main" id="{DE317A28-09D6-0E78-AA96-EFF7A37A7DAC}"/>
              </a:ext>
            </a:extLst>
          </p:cNvPr>
          <p:cNvSpPr/>
          <p:nvPr/>
        </p:nvSpPr>
        <p:spPr>
          <a:xfrm>
            <a:off x="8540681" y="18588052"/>
            <a:ext cx="700703" cy="223200"/>
          </a:xfrm>
          <a:prstGeom prst="round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9900"/>
          </a:p>
        </p:txBody>
      </p:sp>
      <p:sp>
        <p:nvSpPr>
          <p:cNvPr id="53" name="Rounded Rectangle 21">
            <a:extLst>
              <a:ext uri="{FF2B5EF4-FFF2-40B4-BE49-F238E27FC236}">
                <a16:creationId xmlns:a16="http://schemas.microsoft.com/office/drawing/2014/main" id="{E3F80998-26AA-59F1-BA04-81F5A42F147B}"/>
              </a:ext>
            </a:extLst>
          </p:cNvPr>
          <p:cNvSpPr/>
          <p:nvPr/>
        </p:nvSpPr>
        <p:spPr>
          <a:xfrm>
            <a:off x="9284585" y="18588052"/>
            <a:ext cx="700703" cy="223200"/>
          </a:xfrm>
          <a:prstGeom prst="round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9900"/>
          </a:p>
        </p:txBody>
      </p:sp>
      <p:sp>
        <p:nvSpPr>
          <p:cNvPr id="54" name="Rounded Rectangle 22">
            <a:extLst>
              <a:ext uri="{FF2B5EF4-FFF2-40B4-BE49-F238E27FC236}">
                <a16:creationId xmlns:a16="http://schemas.microsoft.com/office/drawing/2014/main" id="{F6208C09-5947-53F4-4936-051616FD6175}"/>
              </a:ext>
            </a:extLst>
          </p:cNvPr>
          <p:cNvSpPr/>
          <p:nvPr/>
        </p:nvSpPr>
        <p:spPr>
          <a:xfrm>
            <a:off x="10028489" y="18588052"/>
            <a:ext cx="700703" cy="223200"/>
          </a:xfrm>
          <a:prstGeom prst="round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9900"/>
          </a:p>
        </p:txBody>
      </p:sp>
      <p:sp>
        <p:nvSpPr>
          <p:cNvPr id="55" name="TextBox 23">
            <a:extLst>
              <a:ext uri="{FF2B5EF4-FFF2-40B4-BE49-F238E27FC236}">
                <a16:creationId xmlns:a16="http://schemas.microsoft.com/office/drawing/2014/main" id="{E1769E81-0A5E-24F0-8720-0FF46ABFC7F5}"/>
              </a:ext>
            </a:extLst>
          </p:cNvPr>
          <p:cNvSpPr txBox="1"/>
          <p:nvPr/>
        </p:nvSpPr>
        <p:spPr>
          <a:xfrm>
            <a:off x="6964763" y="18858708"/>
            <a:ext cx="3863519" cy="60529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800" b="0" i="0">
                <a:solidFill>
                  <a:srgbClr val="5A5A5A"/>
                </a:solidFill>
              </a:rPr>
              <a:t>taxon updated to the</a:t>
            </a:r>
          </a:p>
          <a:p>
            <a:pPr algn="ctr"/>
            <a:r>
              <a:rPr sz="1800" b="1" i="0">
                <a:solidFill>
                  <a:srgbClr val="2E86AB"/>
                </a:solidFill>
              </a:rPr>
              <a:t>lowest common ancestor (LCA)</a:t>
            </a:r>
          </a:p>
        </p:txBody>
      </p:sp>
      <p:sp>
        <p:nvSpPr>
          <p:cNvPr id="56" name="Right Arrow 24">
            <a:extLst>
              <a:ext uri="{FF2B5EF4-FFF2-40B4-BE49-F238E27FC236}">
                <a16:creationId xmlns:a16="http://schemas.microsoft.com/office/drawing/2014/main" id="{8B5F02C0-5798-B69C-B172-5A802D07C61A}"/>
              </a:ext>
            </a:extLst>
          </p:cNvPr>
          <p:cNvSpPr/>
          <p:nvPr/>
        </p:nvSpPr>
        <p:spPr>
          <a:xfrm>
            <a:off x="5898712" y="18207354"/>
            <a:ext cx="976051" cy="432000"/>
          </a:xfrm>
          <a:prstGeom prst="rightArrow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Down Arrow 26">
            <a:extLst>
              <a:ext uri="{FF2B5EF4-FFF2-40B4-BE49-F238E27FC236}">
                <a16:creationId xmlns:a16="http://schemas.microsoft.com/office/drawing/2014/main" id="{FB14CDB1-FD05-7FE8-1333-A5A05CB542FB}"/>
              </a:ext>
            </a:extLst>
          </p:cNvPr>
          <p:cNvSpPr/>
          <p:nvPr/>
        </p:nvSpPr>
        <p:spPr>
          <a:xfrm>
            <a:off x="3814044" y="19513180"/>
            <a:ext cx="360000" cy="576000"/>
          </a:xfrm>
          <a:prstGeom prst="downArrow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Down Arrow 27">
            <a:extLst>
              <a:ext uri="{FF2B5EF4-FFF2-40B4-BE49-F238E27FC236}">
                <a16:creationId xmlns:a16="http://schemas.microsoft.com/office/drawing/2014/main" id="{C452A28D-FBFA-071A-1138-789BF0659EB7}"/>
              </a:ext>
            </a:extLst>
          </p:cNvPr>
          <p:cNvSpPr/>
          <p:nvPr/>
        </p:nvSpPr>
        <p:spPr>
          <a:xfrm>
            <a:off x="8518525" y="19513180"/>
            <a:ext cx="360000" cy="576000"/>
          </a:xfrm>
          <a:prstGeom prst="downArrow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ounded Rectangle 28">
            <a:extLst>
              <a:ext uri="{FF2B5EF4-FFF2-40B4-BE49-F238E27FC236}">
                <a16:creationId xmlns:a16="http://schemas.microsoft.com/office/drawing/2014/main" id="{3EE661E9-DAD0-AAF4-67C3-18B7A4147191}"/>
              </a:ext>
            </a:extLst>
          </p:cNvPr>
          <p:cNvSpPr/>
          <p:nvPr/>
        </p:nvSpPr>
        <p:spPr>
          <a:xfrm>
            <a:off x="2656285" y="20161180"/>
            <a:ext cx="7380000" cy="2664000"/>
          </a:xfrm>
          <a:prstGeom prst="roundRect">
            <a:avLst/>
          </a:prstGeom>
          <a:solidFill>
            <a:srgbClr val="FFF8E1"/>
          </a:solidFill>
          <a:ln w="31750">
            <a:solidFill>
              <a:srgbClr val="E877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3900"/>
          </a:p>
        </p:txBody>
      </p:sp>
      <p:sp>
        <p:nvSpPr>
          <p:cNvPr id="61" name="TextBox 29">
            <a:extLst>
              <a:ext uri="{FF2B5EF4-FFF2-40B4-BE49-F238E27FC236}">
                <a16:creationId xmlns:a16="http://schemas.microsoft.com/office/drawing/2014/main" id="{0C0F059F-C4DE-A1F1-661E-358AB77E2EA5}"/>
              </a:ext>
            </a:extLst>
          </p:cNvPr>
          <p:cNvSpPr txBox="1"/>
          <p:nvPr/>
        </p:nvSpPr>
        <p:spPr>
          <a:xfrm>
            <a:off x="2656285" y="20364882"/>
            <a:ext cx="7380000" cy="543739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3200" b="1" i="0" dirty="0">
                <a:solidFill>
                  <a:srgbClr val="E87722"/>
                </a:solidFill>
              </a:rPr>
              <a:t>Result: Small, Focused k-</a:t>
            </a:r>
            <a:r>
              <a:rPr sz="3200" b="1" i="0" dirty="0" err="1">
                <a:solidFill>
                  <a:srgbClr val="E87722"/>
                </a:solidFill>
              </a:rPr>
              <a:t>mer</a:t>
            </a:r>
            <a:r>
              <a:rPr sz="3200" b="1" i="0" dirty="0">
                <a:solidFill>
                  <a:srgbClr val="E87722"/>
                </a:solidFill>
              </a:rPr>
              <a:t> Database</a:t>
            </a:r>
          </a:p>
        </p:txBody>
      </p:sp>
      <p:sp>
        <p:nvSpPr>
          <p:cNvPr id="62" name="TextBox 30">
            <a:extLst>
              <a:ext uri="{FF2B5EF4-FFF2-40B4-BE49-F238E27FC236}">
                <a16:creationId xmlns:a16="http://schemas.microsoft.com/office/drawing/2014/main" id="{CC197467-0C14-8074-6547-D8CD0586475B}"/>
              </a:ext>
            </a:extLst>
          </p:cNvPr>
          <p:cNvSpPr txBox="1"/>
          <p:nvPr/>
        </p:nvSpPr>
        <p:spPr>
          <a:xfrm>
            <a:off x="2656285" y="21184972"/>
            <a:ext cx="1845000" cy="7899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4800" b="1" i="0">
                <a:solidFill>
                  <a:srgbClr val="006450"/>
                </a:solidFill>
              </a:rPr>
              <a:t>✓</a:t>
            </a:r>
          </a:p>
        </p:txBody>
      </p:sp>
      <p:sp>
        <p:nvSpPr>
          <p:cNvPr id="63" name="TextBox 31">
            <a:extLst>
              <a:ext uri="{FF2B5EF4-FFF2-40B4-BE49-F238E27FC236}">
                <a16:creationId xmlns:a16="http://schemas.microsoft.com/office/drawing/2014/main" id="{539A03F3-2622-B5C4-3310-E1EFC5D784A5}"/>
              </a:ext>
            </a:extLst>
          </p:cNvPr>
          <p:cNvSpPr txBox="1"/>
          <p:nvPr/>
        </p:nvSpPr>
        <p:spPr>
          <a:xfrm>
            <a:off x="2656285" y="21745304"/>
            <a:ext cx="1845000" cy="60529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800" b="0" i="0">
                <a:solidFill>
                  <a:srgbClr val="333333"/>
                </a:solidFill>
              </a:rPr>
              <a:t>No k-mer</a:t>
            </a:r>
          </a:p>
          <a:p>
            <a:pPr algn="ctr"/>
            <a:r>
              <a:rPr sz="1800" b="0" i="0">
                <a:solidFill>
                  <a:srgbClr val="333333"/>
                </a:solidFill>
              </a:rPr>
              <a:t>compression</a:t>
            </a:r>
          </a:p>
        </p:txBody>
      </p:sp>
      <p:sp>
        <p:nvSpPr>
          <p:cNvPr id="64" name="TextBox 32">
            <a:extLst>
              <a:ext uri="{FF2B5EF4-FFF2-40B4-BE49-F238E27FC236}">
                <a16:creationId xmlns:a16="http://schemas.microsoft.com/office/drawing/2014/main" id="{C52F2E89-C8DE-72A7-27A2-9EF00D1D6820}"/>
              </a:ext>
            </a:extLst>
          </p:cNvPr>
          <p:cNvSpPr txBox="1"/>
          <p:nvPr/>
        </p:nvSpPr>
        <p:spPr>
          <a:xfrm>
            <a:off x="4501285" y="21184972"/>
            <a:ext cx="1845000" cy="7899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4800" b="1" i="0">
                <a:solidFill>
                  <a:srgbClr val="006450"/>
                </a:solidFill>
              </a:rPr>
              <a:t>✓</a:t>
            </a:r>
          </a:p>
        </p:txBody>
      </p:sp>
      <p:sp>
        <p:nvSpPr>
          <p:cNvPr id="65" name="TextBox 33">
            <a:extLst>
              <a:ext uri="{FF2B5EF4-FFF2-40B4-BE49-F238E27FC236}">
                <a16:creationId xmlns:a16="http://schemas.microsoft.com/office/drawing/2014/main" id="{7DD6F533-B6D4-1209-DA7F-40940177EA15}"/>
              </a:ext>
            </a:extLst>
          </p:cNvPr>
          <p:cNvSpPr txBox="1"/>
          <p:nvPr/>
        </p:nvSpPr>
        <p:spPr>
          <a:xfrm>
            <a:off x="4501285" y="21745304"/>
            <a:ext cx="1845000" cy="60529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800" b="0" i="0">
                <a:solidFill>
                  <a:srgbClr val="333333"/>
                </a:solidFill>
              </a:rPr>
              <a:t>No false</a:t>
            </a:r>
          </a:p>
          <a:p>
            <a:pPr algn="ctr"/>
            <a:r>
              <a:rPr sz="1800" b="0" i="0">
                <a:solidFill>
                  <a:srgbClr val="333333"/>
                </a:solidFill>
              </a:rPr>
              <a:t>positives</a:t>
            </a:r>
          </a:p>
        </p:txBody>
      </p:sp>
      <p:sp>
        <p:nvSpPr>
          <p:cNvPr id="66" name="TextBox 34">
            <a:extLst>
              <a:ext uri="{FF2B5EF4-FFF2-40B4-BE49-F238E27FC236}">
                <a16:creationId xmlns:a16="http://schemas.microsoft.com/office/drawing/2014/main" id="{DED92DAB-0E84-9A39-5565-0B61A09AC4E3}"/>
              </a:ext>
            </a:extLst>
          </p:cNvPr>
          <p:cNvSpPr txBox="1"/>
          <p:nvPr/>
        </p:nvSpPr>
        <p:spPr>
          <a:xfrm>
            <a:off x="6346285" y="21184972"/>
            <a:ext cx="1845000" cy="7899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4800" b="1" i="0">
                <a:solidFill>
                  <a:srgbClr val="2E86AB"/>
                </a:solidFill>
              </a:rPr>
              <a:t>✓</a:t>
            </a:r>
          </a:p>
        </p:txBody>
      </p:sp>
      <p:sp>
        <p:nvSpPr>
          <p:cNvPr id="67" name="TextBox 35">
            <a:extLst>
              <a:ext uri="{FF2B5EF4-FFF2-40B4-BE49-F238E27FC236}">
                <a16:creationId xmlns:a16="http://schemas.microsoft.com/office/drawing/2014/main" id="{F32EF370-A1E2-D25A-CD8C-1BE8E44109CE}"/>
              </a:ext>
            </a:extLst>
          </p:cNvPr>
          <p:cNvSpPr txBox="1"/>
          <p:nvPr/>
        </p:nvSpPr>
        <p:spPr>
          <a:xfrm>
            <a:off x="6346285" y="21745304"/>
            <a:ext cx="1845000" cy="60529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800" b="0" i="0">
                <a:solidFill>
                  <a:srgbClr val="333333"/>
                </a:solidFill>
              </a:rPr>
              <a:t>Runs on a</a:t>
            </a:r>
          </a:p>
          <a:p>
            <a:pPr algn="ctr"/>
            <a:r>
              <a:rPr sz="1800" b="0" i="0">
                <a:solidFill>
                  <a:srgbClr val="333333"/>
                </a:solidFill>
              </a:rPr>
              <a:t>regular PC</a:t>
            </a:r>
          </a:p>
        </p:txBody>
      </p:sp>
      <p:sp>
        <p:nvSpPr>
          <p:cNvPr id="68" name="TextBox 36">
            <a:extLst>
              <a:ext uri="{FF2B5EF4-FFF2-40B4-BE49-F238E27FC236}">
                <a16:creationId xmlns:a16="http://schemas.microsoft.com/office/drawing/2014/main" id="{C7B14570-8039-C99A-0A41-18AB1658B015}"/>
              </a:ext>
            </a:extLst>
          </p:cNvPr>
          <p:cNvSpPr txBox="1"/>
          <p:nvPr/>
        </p:nvSpPr>
        <p:spPr>
          <a:xfrm>
            <a:off x="8191285" y="21184972"/>
            <a:ext cx="1845000" cy="7899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4800" b="1" i="0">
                <a:solidFill>
                  <a:srgbClr val="006450"/>
                </a:solidFill>
              </a:rPr>
              <a:t>✓</a:t>
            </a:r>
          </a:p>
        </p:txBody>
      </p:sp>
      <p:sp>
        <p:nvSpPr>
          <p:cNvPr id="69" name="TextBox 37">
            <a:extLst>
              <a:ext uri="{FF2B5EF4-FFF2-40B4-BE49-F238E27FC236}">
                <a16:creationId xmlns:a16="http://schemas.microsoft.com/office/drawing/2014/main" id="{F0BD3367-8A5D-33D6-E3CE-505D3BC50D3F}"/>
              </a:ext>
            </a:extLst>
          </p:cNvPr>
          <p:cNvSpPr txBox="1"/>
          <p:nvPr/>
        </p:nvSpPr>
        <p:spPr>
          <a:xfrm>
            <a:off x="8191285" y="21745304"/>
            <a:ext cx="1845000" cy="60529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800" b="0" i="0">
                <a:solidFill>
                  <a:srgbClr val="333333"/>
                </a:solidFill>
              </a:rPr>
              <a:t>High precision</a:t>
            </a:r>
          </a:p>
          <a:p>
            <a:pPr algn="ctr"/>
            <a:r>
              <a:rPr sz="1800" b="0" i="0">
                <a:solidFill>
                  <a:srgbClr val="333333"/>
                </a:solidFill>
              </a:rPr>
              <a:t>&amp; recall</a:t>
            </a:r>
          </a:p>
        </p:txBody>
      </p:sp>
      <p:pic>
        <p:nvPicPr>
          <p:cNvPr id="7" name="Picture 67" descr="image.png">
            <a:extLst>
              <a:ext uri="{FF2B5EF4-FFF2-40B4-BE49-F238E27FC236}">
                <a16:creationId xmlns:a16="http://schemas.microsoft.com/office/drawing/2014/main" id="{1D4F9653-0A01-757A-E6FD-DEC7D32604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8919" y="16726271"/>
            <a:ext cx="6062570" cy="5919078"/>
          </a:xfrm>
          <a:prstGeom prst="rect">
            <a:avLst/>
          </a:prstGeom>
        </p:spPr>
      </p:pic>
      <p:pic>
        <p:nvPicPr>
          <p:cNvPr id="9" name="Picture 68" descr="image.png">
            <a:extLst>
              <a:ext uri="{FF2B5EF4-FFF2-40B4-BE49-F238E27FC236}">
                <a16:creationId xmlns:a16="http://schemas.microsoft.com/office/drawing/2014/main" id="{FED9DD58-2204-991F-5550-C585426F6C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32340" y="16820974"/>
            <a:ext cx="9098315" cy="5803452"/>
          </a:xfrm>
          <a:prstGeom prst="rect">
            <a:avLst/>
          </a:prstGeom>
        </p:spPr>
      </p:pic>
      <p:pic>
        <p:nvPicPr>
          <p:cNvPr id="10" name="Picture 69" descr="image.png">
            <a:extLst>
              <a:ext uri="{FF2B5EF4-FFF2-40B4-BE49-F238E27FC236}">
                <a16:creationId xmlns:a16="http://schemas.microsoft.com/office/drawing/2014/main" id="{4A2AEF11-BFE2-F560-D22E-926C1B74D5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01100" y="25712457"/>
            <a:ext cx="13990899" cy="7052633"/>
          </a:xfrm>
          <a:prstGeom prst="rect">
            <a:avLst/>
          </a:prstGeom>
        </p:spPr>
      </p:pic>
      <p:pic>
        <p:nvPicPr>
          <p:cNvPr id="14" name="Bild 3">
            <a:extLst>
              <a:ext uri="{FF2B5EF4-FFF2-40B4-BE49-F238E27FC236}">
                <a16:creationId xmlns:a16="http://schemas.microsoft.com/office/drawing/2014/main" id="{6DCDF21E-0531-3744-AF1A-50199914D9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28068" y="32004"/>
            <a:ext cx="7995539" cy="3717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543616"/>
      </p:ext>
    </p:extLst>
  </p:cSld>
  <p:clrMapOvr>
    <a:masterClrMapping/>
  </p:clrMapOvr>
</p:sld>
</file>

<file path=ppt/theme/theme1.xml><?xml version="1.0" encoding="utf-8"?>
<a:theme xmlns:a="http://schemas.openxmlformats.org/drawingml/2006/main" name="HHN_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0454_0032_HHN_Poster_PowerPoint_A0_180509_Ansicht04" id="{24221CCB-9CC6-4E24-9C10-AF3FCDE3254D}" vid="{7771F94F-E490-4B84-BC9F-2270FD5DF55C}"/>
    </a:ext>
  </a:extLst>
</a:theme>
</file>

<file path=ppt/theme/theme2.xml><?xml version="1.0" encoding="utf-8"?>
<a:theme xmlns:a="http://schemas.openxmlformats.org/drawingml/2006/main" name="HHN_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0454_0032_HHN_Poster_PowerPoint_A0_180509_Ansicht04" id="{24221CCB-9CC6-4E24-9C10-AF3FCDE3254D}" vid="{AA5AF816-13CA-4C81-AC8A-D9E01F2BA724}"/>
    </a:ext>
  </a:extLst>
</a:theme>
</file>

<file path=ppt/theme/theme3.xml><?xml version="1.0" encoding="utf-8"?>
<a:theme xmlns:a="http://schemas.openxmlformats.org/drawingml/2006/main" name="HHN_RWH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0454_0032_HHN_Poster_PowerPoint_A0_180509_Ansicht04" id="{24221CCB-9CC6-4E24-9C10-AF3FCDE3254D}" vid="{4A7B6DE4-2140-4368-AAA6-45EB71FB16D9}"/>
    </a:ext>
  </a:extLst>
</a:theme>
</file>

<file path=ppt/theme/theme4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869</Words>
  <Application>Microsoft Macintosh PowerPoint</Application>
  <PresentationFormat>Benutzerdefiniert</PresentationFormat>
  <Paragraphs>102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3</vt:i4>
      </vt:variant>
      <vt:variant>
        <vt:lpstr>Folientitel</vt:lpstr>
      </vt:variant>
      <vt:variant>
        <vt:i4>1</vt:i4>
      </vt:variant>
    </vt:vector>
  </HeadingPairs>
  <TitlesOfParts>
    <vt:vector size="7" baseType="lpstr">
      <vt:lpstr>Arial</vt:lpstr>
      <vt:lpstr>Calibri</vt:lpstr>
      <vt:lpstr>Lucida Grande</vt:lpstr>
      <vt:lpstr>HHN_D</vt:lpstr>
      <vt:lpstr>HHN_E</vt:lpstr>
      <vt:lpstr>HHN_RWH</vt:lpstr>
      <vt:lpstr>Genestrip: Exact and Efficient Read Classification for Selected Groups of Organisms</vt:lpstr>
    </vt:vector>
  </TitlesOfParts>
  <Company>Jung Kommunikation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A Mac</dc:creator>
  <cp:lastModifiedBy>Microsoft Office User</cp:lastModifiedBy>
  <cp:revision>116</cp:revision>
  <cp:lastPrinted>2018-04-19T10:24:38Z</cp:lastPrinted>
  <dcterms:created xsi:type="dcterms:W3CDTF">2018-03-27T09:16:15Z</dcterms:created>
  <dcterms:modified xsi:type="dcterms:W3CDTF">2026-06-24T18:00:28Z</dcterms:modified>
</cp:coreProperties>
</file>