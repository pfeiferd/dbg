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46241-DB6C-14FD-3C98-95EF5C08E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588921-7309-05AA-7C25-34246270A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E89BCC-508D-7861-48D0-7F1D4306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D4A657-0EAA-756A-5606-BBE130EB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2C6984-2A58-BC20-59D6-31FCB020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32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DC478-6C5A-8B84-6D1B-828A23E6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56D1B-071B-F14D-A92C-FD42E88E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97655A-5C3D-A2C5-A7B8-8A853110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FF41CE-BFBB-8A00-0DFD-559EE0F4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B33B54-D124-E227-21A0-216CA292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489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14431-7FD7-22CC-A06A-7D1FA990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5A1864-E266-91ED-5C8C-9DC25B86C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4CA81B-D584-8470-5479-6C325A5E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AD8866-7C59-E40E-AB32-315B7E6C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5CA9E5-2D9F-E986-C0E0-44DC1AB7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010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56002-AD34-1AE9-C785-80BC6955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E303B7-BCB9-C16F-50C7-241427113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FBA3F0-3589-8C15-AD97-5A6FF5742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7B9C76-6E74-1DF2-7A0E-6A0BB47F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1EF040-FEBC-E3CB-C86C-FF75AB5B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DCC8D5-24AD-54A4-ECB6-F3246485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159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C69BF-9259-FC14-67BC-CC896E21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585C49-1ABE-D75A-B8E3-B0BA8D5FF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6B9319-F537-A5C1-B9C6-6F82779BB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4F1FC9-80B3-C72E-3F61-8C82C0ABF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D0076FF-91AA-B6A1-4EC5-1801F63E9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6D90E9-37F3-587D-A4F7-5F801135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A83DC9-B57A-61E3-9B68-3E80CC4D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E69BE2B-2F55-6439-14ED-A36BA338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98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E57A6-3164-CB70-7E5D-4D962EED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F95E60-721F-BA70-E775-8824642C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E67A61-4D00-E761-C306-FFB486E1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BC2056-8D9E-C33E-8520-68F44374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74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1B871FB-942E-BE04-866F-43EEFD55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83E9C1-B44B-025E-43FE-443431A0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116FC-C3CA-3544-0CF7-20E0D8B0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43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21443-BDC7-31C3-FD6D-B1696B76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FFC695-689D-4E98-3D6F-9FF6D6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94FB51-FAB6-2887-8769-60C5AC461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175376-9201-B13B-3DB2-98D22CC7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19405D-04F6-A40C-C513-D599400E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3466D8-07FB-2AE5-3A49-2C824C0C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8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94870-4AA5-C15B-5C0F-30964630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A94F85D-1474-E751-52AD-FA3034126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BDC017-3C13-E34E-0EDA-94E5705E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DDB8CD-F94C-8386-CFFF-7F25EF8A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788D95-2DA7-EFC7-0958-0F986D2D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B9A347-5DB4-A9D0-F806-0A2269B0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81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9FDD8-DD9B-7DD9-CC5C-EA2AD585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0B783D-8E04-2F9A-F17C-4B624CB81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9734E7-D655-328C-BC41-253736E4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EEA7C7-04D8-110F-9DBA-33C64064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88EF8F-27B0-64CD-B2F0-832B89C9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33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AE52CD8-D69F-F510-BE70-2372EBC41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A476B1-1225-E8CF-411F-2BC13501D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22CFF7-05C6-F3AD-1EB3-6A7621807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EC002B-9364-BB5D-DB8C-4EDBC174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D200BB-1C04-E4A8-A2E8-640BC6B3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26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F210B5-E567-1CDE-ABCE-EBBF8994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F878A2-1E04-7CFB-5235-061B7644F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ED8FA7-D30A-699A-CA1D-7A37A466B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B99C-F157-2C46-8CD6-6AC7E84AF8A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5F802D-C35F-7AAD-B9A5-F96EDD113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39B4CB-ABDB-C913-25DC-23B34E9A1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3639C-1DB1-294E-BFC3-D32ABA5C721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08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6CBE-56C2-3811-A546-36FCD184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68A2099-11D7-C8F3-49B5-3C50100486EE}"/>
              </a:ext>
            </a:extLst>
          </p:cNvPr>
          <p:cNvSpPr/>
          <p:nvPr/>
        </p:nvSpPr>
        <p:spPr>
          <a:xfrm>
            <a:off x="4543733" y="672936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noProof="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EF773257-4675-0680-A689-45A39A51FE0E}"/>
              </a:ext>
            </a:extLst>
          </p:cNvPr>
          <p:cNvSpPr/>
          <p:nvPr/>
        </p:nvSpPr>
        <p:spPr>
          <a:xfrm>
            <a:off x="3517016" y="1747935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X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EC00F96A-CBD0-F46D-579A-6290D4E02823}"/>
              </a:ext>
            </a:extLst>
          </p:cNvPr>
          <p:cNvSpPr/>
          <p:nvPr/>
        </p:nvSpPr>
        <p:spPr>
          <a:xfrm>
            <a:off x="4546327" y="1739619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Y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F624393D-8E92-E597-D0B7-437E3AE88B8F}"/>
              </a:ext>
            </a:extLst>
          </p:cNvPr>
          <p:cNvSpPr/>
          <p:nvPr/>
        </p:nvSpPr>
        <p:spPr>
          <a:xfrm>
            <a:off x="5594566" y="1747935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Z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8C7D9B1-97D6-D9D3-B53B-6837BA416AB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4894011" y="1289288"/>
            <a:ext cx="1050833" cy="4586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281BF2A-1CE3-CB8C-0B4D-AC383A7A2A18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867294" y="1289288"/>
            <a:ext cx="1026717" cy="4586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A5A0A634-09CC-8783-21F6-486937FE962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4894011" y="1289288"/>
            <a:ext cx="2594" cy="45033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CB455E30-CF4A-6671-33EF-90AF6B665552}"/>
              </a:ext>
            </a:extLst>
          </p:cNvPr>
          <p:cNvSpPr txBox="1">
            <a:spLocks/>
          </p:cNvSpPr>
          <p:nvPr/>
        </p:nvSpPr>
        <p:spPr>
          <a:xfrm>
            <a:off x="132821" y="-1"/>
            <a:ext cx="3226190" cy="2869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noProof="0" dirty="0"/>
              <a:t>(1) </a:t>
            </a:r>
            <a:r>
              <a:rPr lang="de-DE" noProof="0" dirty="0" err="1"/>
              <a:t>k</a:t>
            </a:r>
            <a:r>
              <a:rPr lang="de-DE" noProof="0" dirty="0"/>
              <a:t> = 2;</a:t>
            </a:r>
            <a:r>
              <a:rPr lang="de-DE" dirty="0"/>
              <a:t> </a:t>
            </a:r>
            <a:r>
              <a:rPr lang="de-DE" noProof="0" dirty="0"/>
              <a:t>3 </a:t>
            </a:r>
            <a:r>
              <a:rPr lang="de-DE" dirty="0" err="1"/>
              <a:t>species</a:t>
            </a:r>
            <a:r>
              <a:rPr lang="de-DE" noProof="0" dirty="0"/>
              <a:t> </a:t>
            </a:r>
            <a:r>
              <a:rPr lang="de-DE" dirty="0"/>
              <a:t>X, Y, Z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genus</a:t>
            </a:r>
            <a:r>
              <a:rPr lang="de-DE" noProof="0" dirty="0"/>
              <a:t> W and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following</a:t>
            </a:r>
            <a:r>
              <a:rPr lang="de-DE" noProof="0" dirty="0"/>
              <a:t> </a:t>
            </a:r>
            <a:r>
              <a:rPr lang="de-DE" noProof="0" dirty="0" err="1"/>
              <a:t>genomes</a:t>
            </a:r>
            <a:r>
              <a:rPr lang="de-DE" noProof="0" dirty="0"/>
              <a:t>:</a:t>
            </a:r>
          </a:p>
          <a:p>
            <a:pPr marL="0" indent="0">
              <a:buNone/>
            </a:pPr>
            <a:r>
              <a:rPr lang="de-DE" dirty="0"/>
              <a:t>X</a:t>
            </a:r>
            <a:r>
              <a:rPr lang="de-DE" noProof="0" dirty="0"/>
              <a:t>: CCT</a:t>
            </a:r>
          </a:p>
          <a:p>
            <a:pPr marL="0" indent="0">
              <a:buNone/>
            </a:pPr>
            <a:r>
              <a:rPr lang="de-DE" dirty="0"/>
              <a:t>Y</a:t>
            </a:r>
            <a:r>
              <a:rPr lang="de-DE" noProof="0" dirty="0"/>
              <a:t>: CTT</a:t>
            </a:r>
          </a:p>
          <a:p>
            <a:pPr marL="0" indent="0">
              <a:buNone/>
            </a:pPr>
            <a:r>
              <a:rPr lang="de-DE" dirty="0"/>
              <a:t>Z</a:t>
            </a:r>
            <a:r>
              <a:rPr lang="de-DE" noProof="0" dirty="0"/>
              <a:t>: TCA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728D3F0C-3D38-2F5B-86B1-EC84C1D5A30C}"/>
              </a:ext>
            </a:extLst>
          </p:cNvPr>
          <p:cNvSpPr txBox="1">
            <a:spLocks/>
          </p:cNvSpPr>
          <p:nvPr/>
        </p:nvSpPr>
        <p:spPr>
          <a:xfrm>
            <a:off x="3184376" y="183"/>
            <a:ext cx="3443386" cy="301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noProof="0" dirty="0"/>
              <a:t>Underlying </a:t>
            </a:r>
            <a:r>
              <a:rPr lang="de-DE" noProof="0" dirty="0" err="1"/>
              <a:t>taxonomy</a:t>
            </a:r>
            <a:r>
              <a:rPr lang="de-DE" noProof="0" dirty="0"/>
              <a:t>: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58EE422-D3AA-457C-5D2A-25C9DFF8648B}"/>
              </a:ext>
            </a:extLst>
          </p:cNvPr>
          <p:cNvSpPr txBox="1"/>
          <p:nvPr/>
        </p:nvSpPr>
        <p:spPr>
          <a:xfrm>
            <a:off x="9283025" y="2312476"/>
            <a:ext cx="5116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CC</a:t>
            </a:r>
          </a:p>
          <a:p>
            <a:r>
              <a:rPr lang="en-GB" sz="2400" dirty="0"/>
              <a:t>CT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B53B8B2-9174-9CCD-1497-4764BC3C9972}"/>
              </a:ext>
            </a:extLst>
          </p:cNvPr>
          <p:cNvSpPr txBox="1"/>
          <p:nvPr/>
        </p:nvSpPr>
        <p:spPr>
          <a:xfrm>
            <a:off x="10312980" y="2322665"/>
            <a:ext cx="5116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CT</a:t>
            </a:r>
          </a:p>
          <a:p>
            <a:r>
              <a:rPr lang="en-GB" sz="2400" dirty="0"/>
              <a:t>TT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AFD36F9-7032-ECE2-09FE-4146D1E62A4A}"/>
              </a:ext>
            </a:extLst>
          </p:cNvPr>
          <p:cNvSpPr txBox="1"/>
          <p:nvPr/>
        </p:nvSpPr>
        <p:spPr>
          <a:xfrm>
            <a:off x="11356600" y="2322665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TC</a:t>
            </a:r>
          </a:p>
          <a:p>
            <a:r>
              <a:rPr lang="en-GB" sz="2400" dirty="0"/>
              <a:t>CA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7A6671D0-D29B-B253-3A6D-EDB32F2D9B5E}"/>
              </a:ext>
            </a:extLst>
          </p:cNvPr>
          <p:cNvSpPr/>
          <p:nvPr/>
        </p:nvSpPr>
        <p:spPr>
          <a:xfrm>
            <a:off x="10218542" y="662747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noProof="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30" name="Abgerundetes Rechteck 29">
            <a:extLst>
              <a:ext uri="{FF2B5EF4-FFF2-40B4-BE49-F238E27FC236}">
                <a16:creationId xmlns:a16="http://schemas.microsoft.com/office/drawing/2014/main" id="{60A34EFE-74EE-018C-A884-B08FCF75B29C}"/>
              </a:ext>
            </a:extLst>
          </p:cNvPr>
          <p:cNvSpPr/>
          <p:nvPr/>
        </p:nvSpPr>
        <p:spPr>
          <a:xfrm>
            <a:off x="9191825" y="1737746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X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8982915D-F579-C259-E15E-A83FFA32D032}"/>
              </a:ext>
            </a:extLst>
          </p:cNvPr>
          <p:cNvSpPr/>
          <p:nvPr/>
        </p:nvSpPr>
        <p:spPr>
          <a:xfrm>
            <a:off x="10221136" y="1729430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Y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sp>
        <p:nvSpPr>
          <p:cNvPr id="32" name="Abgerundetes Rechteck 31">
            <a:extLst>
              <a:ext uri="{FF2B5EF4-FFF2-40B4-BE49-F238E27FC236}">
                <a16:creationId xmlns:a16="http://schemas.microsoft.com/office/drawing/2014/main" id="{06C6F2D6-ECC4-8826-D485-9521DA4820C9}"/>
              </a:ext>
            </a:extLst>
          </p:cNvPr>
          <p:cNvSpPr/>
          <p:nvPr/>
        </p:nvSpPr>
        <p:spPr>
          <a:xfrm>
            <a:off x="11269375" y="1737746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Z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9D09EB5-8516-B8F1-6B80-D4D195B336BE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10568820" y="1279099"/>
            <a:ext cx="1050833" cy="4586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B0BA9BB1-CE49-2BA9-6B76-89423B9108C3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9542103" y="1279099"/>
            <a:ext cx="1026717" cy="4586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B9B4406-3E42-16A6-4AB7-7F8CBA0CD14B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10568820" y="1279099"/>
            <a:ext cx="2594" cy="45033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C9D07235-4008-CD85-8D31-33BE8889CFC9}"/>
              </a:ext>
            </a:extLst>
          </p:cNvPr>
          <p:cNvSpPr txBox="1">
            <a:spLocks/>
          </p:cNvSpPr>
          <p:nvPr/>
        </p:nvSpPr>
        <p:spPr>
          <a:xfrm>
            <a:off x="6954823" y="0"/>
            <a:ext cx="2537268" cy="243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noProof="0" dirty="0"/>
              <a:t>(2) After </a:t>
            </a:r>
            <a:r>
              <a:rPr lang="de-DE" noProof="0" dirty="0" err="1"/>
              <a:t>filling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database</a:t>
            </a:r>
            <a:r>
              <a:rPr lang="de-DE" noProof="0" dirty="0"/>
              <a:t>, </a:t>
            </a:r>
            <a:r>
              <a:rPr lang="de-DE" noProof="0" dirty="0" err="1"/>
              <a:t>before</a:t>
            </a:r>
            <a:r>
              <a:rPr lang="de-DE" noProof="0" dirty="0"/>
              <a:t> LCA-update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6BA646FE-1C7A-1248-7FF5-D12DC745C954}"/>
              </a:ext>
            </a:extLst>
          </p:cNvPr>
          <p:cNvSpPr txBox="1"/>
          <p:nvPr/>
        </p:nvSpPr>
        <p:spPr>
          <a:xfrm>
            <a:off x="2321585" y="5316400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CC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03604B8-06F7-B744-F5FC-A4A4B8E4C971}"/>
              </a:ext>
            </a:extLst>
          </p:cNvPr>
          <p:cNvSpPr txBox="1"/>
          <p:nvPr/>
        </p:nvSpPr>
        <p:spPr>
          <a:xfrm>
            <a:off x="3359011" y="5297220"/>
            <a:ext cx="490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TT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14C68B6-8334-C969-3A01-9A0433C248E0}"/>
              </a:ext>
            </a:extLst>
          </p:cNvPr>
          <p:cNvSpPr txBox="1"/>
          <p:nvPr/>
        </p:nvSpPr>
        <p:spPr>
          <a:xfrm>
            <a:off x="4375020" y="5295064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TC</a:t>
            </a:r>
          </a:p>
          <a:p>
            <a:r>
              <a:rPr lang="en-GB" sz="2400" dirty="0"/>
              <a:t>CA</a:t>
            </a: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09F63C31-1434-AA8F-D564-5070C4997DD3}"/>
              </a:ext>
            </a:extLst>
          </p:cNvPr>
          <p:cNvSpPr/>
          <p:nvPr/>
        </p:nvSpPr>
        <p:spPr>
          <a:xfrm>
            <a:off x="3253865" y="3614185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noProof="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A2E625F1-65AA-8DAC-888E-E507B20C367F}"/>
              </a:ext>
            </a:extLst>
          </p:cNvPr>
          <p:cNvSpPr/>
          <p:nvPr/>
        </p:nvSpPr>
        <p:spPr>
          <a:xfrm>
            <a:off x="2227148" y="4689184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noProof="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2" name="Abgerundetes Rechteck 41">
            <a:extLst>
              <a:ext uri="{FF2B5EF4-FFF2-40B4-BE49-F238E27FC236}">
                <a16:creationId xmlns:a16="http://schemas.microsoft.com/office/drawing/2014/main" id="{DE7620B5-2CFD-1906-2AE6-7B19836E4DAE}"/>
              </a:ext>
            </a:extLst>
          </p:cNvPr>
          <p:cNvSpPr/>
          <p:nvPr/>
        </p:nvSpPr>
        <p:spPr>
          <a:xfrm>
            <a:off x="3256459" y="4680868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Y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CA07F0C8-0597-AB6C-7711-FE3CE4478ABD}"/>
              </a:ext>
            </a:extLst>
          </p:cNvPr>
          <p:cNvSpPr/>
          <p:nvPr/>
        </p:nvSpPr>
        <p:spPr>
          <a:xfrm>
            <a:off x="4304698" y="4689184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Z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290EC1F7-E3F9-E2FF-E1CE-59B5A27B418D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>
            <a:off x="3604143" y="4230537"/>
            <a:ext cx="1050833" cy="4586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AEEE3B70-A31C-6190-FD1F-108F7B09A488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2577426" y="4230537"/>
            <a:ext cx="1026717" cy="4586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51F59267-D131-2B52-4D16-EEDD55AA6F24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3604143" y="4230537"/>
            <a:ext cx="2594" cy="45033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0FB60A49-4332-8099-1B37-EB788924214A}"/>
              </a:ext>
            </a:extLst>
          </p:cNvPr>
          <p:cNvSpPr txBox="1">
            <a:spLocks/>
          </p:cNvSpPr>
          <p:nvPr/>
        </p:nvSpPr>
        <p:spPr>
          <a:xfrm>
            <a:off x="208843" y="3625990"/>
            <a:ext cx="1994189" cy="243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noProof="0" dirty="0"/>
              <a:t>(3) After LCA-Update: Joint 2-mer CT </a:t>
            </a:r>
            <a:r>
              <a:rPr lang="de-DE" noProof="0" dirty="0" err="1"/>
              <a:t>got</a:t>
            </a:r>
            <a:r>
              <a:rPr lang="de-DE" noProof="0" dirty="0"/>
              <a:t> </a:t>
            </a:r>
            <a:r>
              <a:rPr lang="de-DE" noProof="0" dirty="0" err="1"/>
              <a:t>pushed</a:t>
            </a:r>
            <a:r>
              <a:rPr lang="de-DE" noProof="0" dirty="0"/>
              <a:t> </a:t>
            </a:r>
            <a:r>
              <a:rPr lang="de-DE" noProof="0" dirty="0" err="1"/>
              <a:t>up</a:t>
            </a:r>
            <a:r>
              <a:rPr lang="de-DE" noProof="0" dirty="0"/>
              <a:t> </a:t>
            </a:r>
            <a:r>
              <a:rPr lang="de-DE" noProof="0" dirty="0" err="1"/>
              <a:t>to</a:t>
            </a:r>
            <a:r>
              <a:rPr lang="de-DE" noProof="0" dirty="0"/>
              <a:t> W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746AE71-8680-9105-2403-AB2AE3D0F9A2}"/>
              </a:ext>
            </a:extLst>
          </p:cNvPr>
          <p:cNvSpPr txBox="1"/>
          <p:nvPr/>
        </p:nvSpPr>
        <p:spPr>
          <a:xfrm>
            <a:off x="3928870" y="3685431"/>
            <a:ext cx="50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CT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EAB0A3E-498E-DA22-7FFC-535EDD697A51}"/>
              </a:ext>
            </a:extLst>
          </p:cNvPr>
          <p:cNvSpPr txBox="1"/>
          <p:nvPr/>
        </p:nvSpPr>
        <p:spPr>
          <a:xfrm>
            <a:off x="10923219" y="4890037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TC</a:t>
            </a:r>
          </a:p>
          <a:p>
            <a:r>
              <a:rPr lang="en-GB" sz="2400" dirty="0"/>
              <a:t>CA</a:t>
            </a:r>
          </a:p>
        </p:txBody>
      </p: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064946F3-93E7-D518-24A4-2126E89E09DE}"/>
              </a:ext>
            </a:extLst>
          </p:cNvPr>
          <p:cNvSpPr/>
          <p:nvPr/>
        </p:nvSpPr>
        <p:spPr>
          <a:xfrm>
            <a:off x="10218542" y="3417195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noProof="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55" name="Abgerundetes Rechteck 54">
            <a:extLst>
              <a:ext uri="{FF2B5EF4-FFF2-40B4-BE49-F238E27FC236}">
                <a16:creationId xmlns:a16="http://schemas.microsoft.com/office/drawing/2014/main" id="{8A6A77EB-384E-7B0E-EE7A-83855A5EEDC4}"/>
              </a:ext>
            </a:extLst>
          </p:cNvPr>
          <p:cNvSpPr/>
          <p:nvPr/>
        </p:nvSpPr>
        <p:spPr>
          <a:xfrm>
            <a:off x="10810419" y="4292959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Z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45EEE2C-34E9-F37F-E1E8-A1C0027FD3E0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10568820" y="4033547"/>
            <a:ext cx="591877" cy="25941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3F694919-C557-6BAD-6AB8-3EC4BFC87973}"/>
              </a:ext>
            </a:extLst>
          </p:cNvPr>
          <p:cNvCxnSpPr>
            <a:cxnSpLocks/>
            <a:stCxn id="52" idx="2"/>
            <a:endCxn id="74" idx="0"/>
          </p:cNvCxnSpPr>
          <p:nvPr/>
        </p:nvCxnSpPr>
        <p:spPr>
          <a:xfrm flipH="1">
            <a:off x="9999620" y="4033547"/>
            <a:ext cx="569200" cy="27157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4FA877BE-E204-7E7C-7546-63BF16E7360A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968410" y="4923621"/>
            <a:ext cx="454405" cy="44014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Inhaltsplatzhalter 2">
            <a:extLst>
              <a:ext uri="{FF2B5EF4-FFF2-40B4-BE49-F238E27FC236}">
                <a16:creationId xmlns:a16="http://schemas.microsoft.com/office/drawing/2014/main" id="{BEF0278F-C451-D07D-81FD-3B42DE332E76}"/>
              </a:ext>
            </a:extLst>
          </p:cNvPr>
          <p:cNvSpPr txBox="1">
            <a:spLocks/>
          </p:cNvSpPr>
          <p:nvPr/>
        </p:nvSpPr>
        <p:spPr>
          <a:xfrm>
            <a:off x="6628417" y="3417195"/>
            <a:ext cx="1994189" cy="2439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noProof="0"/>
              <a:t>(4) </a:t>
            </a:r>
            <a:r>
              <a:rPr lang="de-DE" noProof="0" dirty="0"/>
              <a:t>After </a:t>
            </a:r>
            <a:r>
              <a:rPr lang="de-DE" noProof="0" dirty="0" err="1"/>
              <a:t>refinement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taxonomy</a:t>
            </a:r>
            <a:r>
              <a:rPr lang="de-DE" noProof="0" dirty="0"/>
              <a:t> </a:t>
            </a:r>
            <a:r>
              <a:rPr lang="de-DE" noProof="0" dirty="0" err="1"/>
              <a:t>tree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node</a:t>
            </a:r>
            <a:r>
              <a:rPr lang="de-DE" noProof="0" dirty="0"/>
              <a:t> h </a:t>
            </a:r>
            <a:r>
              <a:rPr lang="de-DE" noProof="0" dirty="0" err="1"/>
              <a:t>added</a:t>
            </a:r>
            <a:r>
              <a:rPr lang="de-DE" noProof="0" dirty="0"/>
              <a:t> and CT push </a:t>
            </a:r>
            <a:r>
              <a:rPr lang="de-DE" dirty="0"/>
              <a:t>down </a:t>
            </a:r>
            <a:r>
              <a:rPr lang="de-DE" dirty="0" err="1"/>
              <a:t>to</a:t>
            </a:r>
            <a:r>
              <a:rPr lang="de-DE" dirty="0"/>
              <a:t> h</a:t>
            </a:r>
            <a:endParaRPr lang="de-DE" noProof="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CFC95A1-A7E2-D0C4-254E-6EBA26B78672}"/>
              </a:ext>
            </a:extLst>
          </p:cNvPr>
          <p:cNvSpPr txBox="1"/>
          <p:nvPr/>
        </p:nvSpPr>
        <p:spPr>
          <a:xfrm>
            <a:off x="9149012" y="4351871"/>
            <a:ext cx="50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CT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142C63ED-B43B-5952-A6B5-9C1D50674C53}"/>
              </a:ext>
            </a:extLst>
          </p:cNvPr>
          <p:cNvSpPr txBox="1"/>
          <p:nvPr/>
        </p:nvSpPr>
        <p:spPr>
          <a:xfrm>
            <a:off x="9279041" y="6007693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CC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027321C4-6BE0-C9CD-BCD4-7A24C315547D}"/>
              </a:ext>
            </a:extLst>
          </p:cNvPr>
          <p:cNvSpPr txBox="1"/>
          <p:nvPr/>
        </p:nvSpPr>
        <p:spPr>
          <a:xfrm>
            <a:off x="10248081" y="5980115"/>
            <a:ext cx="490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TT</a:t>
            </a:r>
          </a:p>
        </p:txBody>
      </p:sp>
      <p:sp>
        <p:nvSpPr>
          <p:cNvPr id="63" name="Abgerundetes Rechteck 62">
            <a:extLst>
              <a:ext uri="{FF2B5EF4-FFF2-40B4-BE49-F238E27FC236}">
                <a16:creationId xmlns:a16="http://schemas.microsoft.com/office/drawing/2014/main" id="{E1F1D3E8-8A28-AB5B-07C3-72BDB762B66C}"/>
              </a:ext>
            </a:extLst>
          </p:cNvPr>
          <p:cNvSpPr/>
          <p:nvPr/>
        </p:nvSpPr>
        <p:spPr>
          <a:xfrm>
            <a:off x="9184604" y="5382943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X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sp>
        <p:nvSpPr>
          <p:cNvPr id="64" name="Abgerundetes Rechteck 63">
            <a:extLst>
              <a:ext uri="{FF2B5EF4-FFF2-40B4-BE49-F238E27FC236}">
                <a16:creationId xmlns:a16="http://schemas.microsoft.com/office/drawing/2014/main" id="{6D097E78-885C-F656-030F-F6F3DE8F50C3}"/>
              </a:ext>
            </a:extLst>
          </p:cNvPr>
          <p:cNvSpPr/>
          <p:nvPr/>
        </p:nvSpPr>
        <p:spPr>
          <a:xfrm>
            <a:off x="10072537" y="5363763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Y</a:t>
            </a:r>
            <a:endParaRPr lang="de-DE" sz="2800" noProof="0" dirty="0">
              <a:solidFill>
                <a:schemeClr val="tx1"/>
              </a:solidFill>
            </a:endParaRPr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9C67B0ED-71A1-7176-BEFD-49BA9B5BA7DE}"/>
              </a:ext>
            </a:extLst>
          </p:cNvPr>
          <p:cNvCxnSpPr>
            <a:cxnSpLocks/>
            <a:stCxn id="74" idx="2"/>
            <a:endCxn id="63" idx="0"/>
          </p:cNvCxnSpPr>
          <p:nvPr/>
        </p:nvCxnSpPr>
        <p:spPr>
          <a:xfrm flipH="1">
            <a:off x="9534882" y="4921472"/>
            <a:ext cx="464738" cy="46147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Abgerundetes Rechteck 73">
            <a:extLst>
              <a:ext uri="{FF2B5EF4-FFF2-40B4-BE49-F238E27FC236}">
                <a16:creationId xmlns:a16="http://schemas.microsoft.com/office/drawing/2014/main" id="{773712D6-85C1-89E5-2AC2-EDDA8CB9719C}"/>
              </a:ext>
            </a:extLst>
          </p:cNvPr>
          <p:cNvSpPr/>
          <p:nvPr/>
        </p:nvSpPr>
        <p:spPr>
          <a:xfrm>
            <a:off x="9649342" y="4305120"/>
            <a:ext cx="700555" cy="6163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noProof="0" dirty="0">
                <a:solidFill>
                  <a:schemeClr val="tx1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50494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Macintosh PowerPoint</Application>
  <PresentationFormat>Breitbild</PresentationFormat>
  <Paragraphs>41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2026-05-07T07:55:41Z</dcterms:created>
  <dcterms:modified xsi:type="dcterms:W3CDTF">2026-05-07T14:48:49Z</dcterms:modified>
</cp:coreProperties>
</file>